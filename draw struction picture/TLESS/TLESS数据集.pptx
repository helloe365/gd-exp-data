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</p:sldIdLst>
  <p:sldSz cx="12192635" cy="899985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83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472917"/>
            <a:ext cx="9144900" cy="3133333"/>
          </a:xfrm>
        </p:spPr>
        <p:txBody>
          <a:bodyPr anchor="b"/>
          <a:lstStyle>
            <a:lvl1pPr algn="ctr">
              <a:defRPr sz="78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4727084"/>
            <a:ext cx="9144900" cy="2172916"/>
          </a:xfrm>
        </p:spPr>
        <p:txBody>
          <a:bodyPr/>
          <a:lstStyle>
            <a:lvl1pPr marL="0" indent="0" algn="ctr">
              <a:buNone/>
              <a:defRPr sz="3150"/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0"/>
            </a:lvl3pPr>
            <a:lvl4pPr marL="1800225" indent="0" algn="ctr">
              <a:buNone/>
              <a:defRPr sz="2100"/>
            </a:lvl4pPr>
            <a:lvl5pPr marL="2400300" indent="0" algn="ctr">
              <a:buNone/>
              <a:defRPr sz="2100"/>
            </a:lvl5pPr>
            <a:lvl6pPr marL="2999740" indent="0" algn="ctr">
              <a:buNone/>
              <a:defRPr sz="2100"/>
            </a:lvl6pPr>
            <a:lvl7pPr marL="3599815" indent="0" algn="ctr">
              <a:buNone/>
              <a:defRPr sz="2100"/>
            </a:lvl7pPr>
            <a:lvl8pPr marL="4199890" indent="0" algn="ctr">
              <a:buNone/>
              <a:defRPr sz="2100"/>
            </a:lvl8pPr>
            <a:lvl9pPr marL="4799965" indent="0" algn="ctr">
              <a:buNone/>
              <a:defRPr sz="21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2243751"/>
            <a:ext cx="10516635" cy="3743749"/>
          </a:xfrm>
        </p:spPr>
        <p:txBody>
          <a:bodyPr anchor="b"/>
          <a:lstStyle>
            <a:lvl1pPr>
              <a:defRPr sz="78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6022917"/>
            <a:ext cx="10516635" cy="1968749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600075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2001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4003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74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8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9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2395833"/>
            <a:ext cx="5182110" cy="5710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2395833"/>
            <a:ext cx="5182110" cy="5710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79167"/>
            <a:ext cx="10516635" cy="173958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2206251"/>
            <a:ext cx="5158295" cy="10812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3287500"/>
            <a:ext cx="5158295" cy="4835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2206251"/>
            <a:ext cx="5183698" cy="10812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3287500"/>
            <a:ext cx="5183698" cy="4835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00000"/>
            <a:ext cx="3932624" cy="21000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1295833"/>
            <a:ext cx="6172808" cy="6395833"/>
          </a:xfrm>
        </p:spPr>
        <p:txBody>
          <a:bodyPr/>
          <a:lstStyle>
            <a:lvl1pPr>
              <a:defRPr sz="4200"/>
            </a:lvl1pPr>
            <a:lvl2pPr>
              <a:defRPr sz="3675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700000"/>
            <a:ext cx="3932624" cy="5002084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00000"/>
            <a:ext cx="3932624" cy="21000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1295833"/>
            <a:ext cx="6172808" cy="6395833"/>
          </a:xfrm>
        </p:spPr>
        <p:txBody>
          <a:bodyPr/>
          <a:lstStyle>
            <a:lvl1pPr marL="0" indent="0">
              <a:buNone/>
              <a:defRPr sz="4200"/>
            </a:lvl1pPr>
            <a:lvl2pPr marL="600075" indent="0">
              <a:buNone/>
              <a:defRPr sz="3675"/>
            </a:lvl2pPr>
            <a:lvl3pPr marL="1200150" indent="0">
              <a:buNone/>
              <a:defRPr sz="3150"/>
            </a:lvl3pPr>
            <a:lvl4pPr marL="1800225" indent="0">
              <a:buNone/>
              <a:defRPr sz="2625"/>
            </a:lvl4pPr>
            <a:lvl5pPr marL="2400300" indent="0">
              <a:buNone/>
              <a:defRPr sz="2625"/>
            </a:lvl5pPr>
            <a:lvl6pPr marL="2999740" indent="0">
              <a:buNone/>
              <a:defRPr sz="2625"/>
            </a:lvl6pPr>
            <a:lvl7pPr marL="3599815" indent="0">
              <a:buNone/>
              <a:defRPr sz="2625"/>
            </a:lvl7pPr>
            <a:lvl8pPr marL="4199890" indent="0">
              <a:buNone/>
              <a:defRPr sz="2625"/>
            </a:lvl8pPr>
            <a:lvl9pPr marL="4799965" indent="0">
              <a:buNone/>
              <a:defRPr sz="26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700000"/>
            <a:ext cx="3932624" cy="5002084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479167"/>
            <a:ext cx="2629159" cy="762708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479167"/>
            <a:ext cx="7735062" cy="762708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479167"/>
            <a:ext cx="10516635" cy="173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2395833"/>
            <a:ext cx="10516635" cy="5710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8341667"/>
            <a:ext cx="2743470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8341667"/>
            <a:ext cx="4115205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8341667"/>
            <a:ext cx="2743470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00150" rtl="0" eaLnBrk="1" latinLnBrk="0" hangingPunct="1">
        <a:lnSpc>
          <a:spcPct val="90000"/>
        </a:lnSpc>
        <a:spcBef>
          <a:spcPct val="0"/>
        </a:spcBef>
        <a:buNone/>
        <a:defRPr sz="5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720" indent="-299720" algn="l" defTabSz="1200150" rtl="0" eaLnBrk="1" latinLnBrk="0" hangingPunct="1">
        <a:lnSpc>
          <a:spcPct val="90000"/>
        </a:lnSpc>
        <a:spcBef>
          <a:spcPct val="263000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8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2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33000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1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5002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509968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40030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299974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59981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19989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479996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nipaste_2026-04-11_16-01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3707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1009650"/>
            <a:ext cx="1438275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chemeClr val="bg1"/>
                </a:solidFill>
              </a:rPr>
              <a:t>小型螺口熔丝插头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19200" y="1009650"/>
            <a:ext cx="2072640" cy="316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000">
                <a:solidFill>
                  <a:schemeClr val="bg1"/>
                </a:solidFill>
                <a:sym typeface="+mn-ea"/>
              </a:rPr>
              <a:t>中型螺口熔丝插头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36495" y="1009650"/>
            <a:ext cx="1530350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chemeClr val="bg1"/>
                </a:solidFill>
              </a:rPr>
              <a:t>紧凑型螺口熔丝插头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42690" y="1009650"/>
            <a:ext cx="184467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chemeClr val="bg1"/>
                </a:solidFill>
              </a:rPr>
              <a:t>带标记螺口熔丝插头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81525" y="1009650"/>
            <a:ext cx="184467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单孔熔丝底座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13095" y="1009650"/>
            <a:ext cx="184467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单孔熔丝底座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55180" y="10807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三联直排熔丝底座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75015" y="117221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四联熔丝底座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69450" y="100965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平直三联熔丝底座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833100" y="100965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熔丝底座接线端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202565" y="212979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带卡舌的圆形底座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9005" y="212979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带法兰的圆形底座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04720" y="212979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小型螺纹适配环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83760" y="212979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台阶式螺纹适配环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37255" y="212979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中型螺纹适配环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96610" y="212979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宽型螺纹适配环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162800" y="219075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</a:rPr>
              <a:t>大型圆形安装</a:t>
            </a:r>
            <a:r>
              <a:rPr lang="zh-CN" altLang="en-US" sz="1000">
                <a:solidFill>
                  <a:schemeClr val="bg1"/>
                </a:solidFill>
              </a:rPr>
              <a:t>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55965" y="219075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大型圆顶形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插座底座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570085" y="219075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三孔电器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插座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748645" y="219075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四孔电器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插座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748645" y="337947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圆形圆顶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接线盒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614535" y="337947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矩形接线盒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355965" y="338709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压线嘴的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接线盒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12000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方形封闭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接线盒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963285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单摇臂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开关盒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30750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双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摇臂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开关盒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437255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圆柱形电气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插头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204720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三圆柱插座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适配器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52830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斜角电气插座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底座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-213995" y="3423920"/>
            <a:ext cx="1640840" cy="21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solidFill>
                  <a:schemeClr val="bg1"/>
                </a:solidFill>
                <a:sym typeface="+mn-ea"/>
              </a:rPr>
              <a:t>三角形电气插座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底座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LESS-dataset"/>
          <p:cNvPicPr>
            <a:picLocks noChangeAspect="1"/>
          </p:cNvPicPr>
          <p:nvPr/>
        </p:nvPicPr>
        <p:blipFill>
          <a:blip r:embed="rId1"/>
          <a:srcRect l="808" t="1072"/>
          <a:stretch>
            <a:fillRect/>
          </a:stretch>
        </p:blipFill>
        <p:spPr>
          <a:xfrm>
            <a:off x="-57785" y="0"/>
            <a:ext cx="10910570" cy="89998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131445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小型螺口熔丝插头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11655" y="1314450"/>
            <a:ext cx="1762760" cy="306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中型螺口熔丝插头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74415" y="1314450"/>
            <a:ext cx="184467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紧凑型螺口熔丝插头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19090" y="1314450"/>
            <a:ext cx="184467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带</a:t>
            </a:r>
            <a:r>
              <a:rPr lang="zh-CN" altLang="en-US" sz="1400">
                <a:solidFill>
                  <a:schemeClr val="bg1"/>
                </a:solidFill>
              </a:rPr>
              <a:t>标记螺口熔丝插头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63765" y="1329055"/>
            <a:ext cx="1844675" cy="337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单孔熔丝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008110" y="1314450"/>
            <a:ext cx="184467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单孔熔丝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820" y="336423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三联直排熔丝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872615" y="34937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四联熔丝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91890" y="32270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平直三联熔丝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20690" y="32270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熔丝底座</a:t>
            </a:r>
            <a:r>
              <a:rPr lang="zh-CN" altLang="en-US" sz="1400">
                <a:solidFill>
                  <a:schemeClr val="bg1"/>
                </a:solidFill>
              </a:rPr>
              <a:t>接线端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49490" y="32270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带卡舌的圆形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168765" y="32270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带</a:t>
            </a:r>
            <a:r>
              <a:rPr lang="zh-CN" altLang="en-US" sz="1400">
                <a:solidFill>
                  <a:schemeClr val="bg1"/>
                </a:solidFill>
              </a:rPr>
              <a:t>法兰的圆形</a:t>
            </a:r>
            <a:r>
              <a:rPr lang="zh-CN" altLang="en-US" sz="1400">
                <a:solidFill>
                  <a:schemeClr val="bg1"/>
                </a:solidFill>
              </a:rPr>
              <a:t>底座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48653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小型螺纹适配</a:t>
            </a:r>
            <a:r>
              <a:rPr lang="zh-CN" altLang="en-US" sz="1400">
                <a:solidFill>
                  <a:schemeClr val="bg1"/>
                </a:solidFill>
              </a:rPr>
              <a:t>环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72615" y="48653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中型螺纹适配</a:t>
            </a:r>
            <a:r>
              <a:rPr lang="zh-CN" altLang="en-US" sz="1400">
                <a:solidFill>
                  <a:schemeClr val="bg1"/>
                </a:solidFill>
              </a:rPr>
              <a:t>环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676015" y="48653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台阶式螺纹适配</a:t>
            </a:r>
            <a:r>
              <a:rPr lang="zh-CN" altLang="en-US" sz="1400">
                <a:solidFill>
                  <a:schemeClr val="bg1"/>
                </a:solidFill>
              </a:rPr>
              <a:t>环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520690" y="486537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宽型螺纹适配</a:t>
            </a:r>
            <a:r>
              <a:rPr lang="zh-CN" altLang="en-US" sz="1400">
                <a:solidFill>
                  <a:schemeClr val="bg1"/>
                </a:solidFill>
              </a:rPr>
              <a:t>环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65365" y="5071110"/>
            <a:ext cx="16408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bg1"/>
                </a:solidFill>
              </a:rPr>
              <a:t>宽型螺纹适配</a:t>
            </a:r>
            <a:r>
              <a:rPr lang="zh-CN" altLang="en-US" sz="1400">
                <a:solidFill>
                  <a:schemeClr val="bg1"/>
                </a:solidFill>
              </a:rPr>
              <a:t>环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WPS 演示</Application>
  <PresentationFormat>宽屏</PresentationFormat>
  <Paragraphs>94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5</cp:revision>
  <dcterms:created xsi:type="dcterms:W3CDTF">2023-08-09T12:44:00Z</dcterms:created>
  <dcterms:modified xsi:type="dcterms:W3CDTF">2026-04-11T08:18:52Z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3329FA707472496F9752848DA7562522_12</vt:lpwstr>
  </property>
</Properties>
</file>