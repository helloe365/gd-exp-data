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635" cy="899985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9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79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50" y="1472917"/>
            <a:ext cx="9144900" cy="3133333"/>
          </a:xfrm>
        </p:spPr>
        <p:txBody>
          <a:bodyPr anchor="b"/>
          <a:lstStyle>
            <a:lvl1pPr algn="ctr">
              <a:defRPr sz="78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50" y="4727084"/>
            <a:ext cx="9144900" cy="2172916"/>
          </a:xfrm>
        </p:spPr>
        <p:txBody>
          <a:bodyPr/>
          <a:lstStyle>
            <a:lvl1pPr marL="0" indent="0" algn="ctr">
              <a:buNone/>
              <a:defRPr sz="3150"/>
            </a:lvl1pPr>
            <a:lvl2pPr marL="600075" indent="0" algn="ctr">
              <a:buNone/>
              <a:defRPr sz="2625"/>
            </a:lvl2pPr>
            <a:lvl3pPr marL="1200150" indent="0" algn="ctr">
              <a:buNone/>
              <a:defRPr sz="2360"/>
            </a:lvl3pPr>
            <a:lvl4pPr marL="1800225" indent="0" algn="ctr">
              <a:buNone/>
              <a:defRPr sz="2100"/>
            </a:lvl4pPr>
            <a:lvl5pPr marL="2400300" indent="0" algn="ctr">
              <a:buNone/>
              <a:defRPr sz="2100"/>
            </a:lvl5pPr>
            <a:lvl6pPr marL="2999740" indent="0" algn="ctr">
              <a:buNone/>
              <a:defRPr sz="2100"/>
            </a:lvl6pPr>
            <a:lvl7pPr marL="3599815" indent="0" algn="ctr">
              <a:buNone/>
              <a:defRPr sz="2100"/>
            </a:lvl7pPr>
            <a:lvl8pPr marL="4199890" indent="0" algn="ctr">
              <a:buNone/>
              <a:defRPr sz="2100"/>
            </a:lvl8pPr>
            <a:lvl9pPr marL="4799965" indent="0" algn="ctr">
              <a:buNone/>
              <a:defRPr sz="21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32" y="2243751"/>
            <a:ext cx="10516635" cy="3743749"/>
          </a:xfrm>
        </p:spPr>
        <p:txBody>
          <a:bodyPr anchor="b"/>
          <a:lstStyle>
            <a:lvl1pPr>
              <a:defRPr sz="78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32" y="6022917"/>
            <a:ext cx="10516635" cy="1968749"/>
          </a:xfrm>
        </p:spPr>
        <p:txBody>
          <a:bodyPr/>
          <a:lstStyle>
            <a:lvl1pPr marL="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1pPr>
            <a:lvl2pPr marL="600075" indent="0">
              <a:buNone/>
              <a:defRPr sz="2625">
                <a:solidFill>
                  <a:schemeClr val="tx1">
                    <a:tint val="75000"/>
                  </a:schemeClr>
                </a:solidFill>
              </a:defRPr>
            </a:lvl2pPr>
            <a:lvl3pPr marL="1200150" indent="0">
              <a:buNone/>
              <a:defRPr sz="2360">
                <a:solidFill>
                  <a:schemeClr val="tx1">
                    <a:tint val="75000"/>
                  </a:schemeClr>
                </a:solidFill>
              </a:defRPr>
            </a:lvl3pPr>
            <a:lvl4pPr marL="180022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4003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299974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359981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19989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479996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83" y="2395833"/>
            <a:ext cx="5182110" cy="57104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808" y="2395833"/>
            <a:ext cx="5182110" cy="57104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479167"/>
            <a:ext cx="10516635" cy="173958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871" y="2206251"/>
            <a:ext cx="5158295" cy="1081249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600075" indent="0">
              <a:buNone/>
              <a:defRPr sz="2625" b="1"/>
            </a:lvl2pPr>
            <a:lvl3pPr marL="1200150" indent="0">
              <a:buNone/>
              <a:defRPr sz="2360" b="1"/>
            </a:lvl3pPr>
            <a:lvl4pPr marL="1800225" indent="0">
              <a:buNone/>
              <a:defRPr sz="2100" b="1"/>
            </a:lvl4pPr>
            <a:lvl5pPr marL="2400300" indent="0">
              <a:buNone/>
              <a:defRPr sz="2100" b="1"/>
            </a:lvl5pPr>
            <a:lvl6pPr marL="2999740" indent="0">
              <a:buNone/>
              <a:defRPr sz="2100" b="1"/>
            </a:lvl6pPr>
            <a:lvl7pPr marL="3599815" indent="0">
              <a:buNone/>
              <a:defRPr sz="2100" b="1"/>
            </a:lvl7pPr>
            <a:lvl8pPr marL="4199890" indent="0">
              <a:buNone/>
              <a:defRPr sz="2100" b="1"/>
            </a:lvl8pPr>
            <a:lvl9pPr marL="4799965" indent="0">
              <a:buNone/>
              <a:defRPr sz="21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871" y="3287500"/>
            <a:ext cx="5158295" cy="48354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808" y="2206251"/>
            <a:ext cx="5183698" cy="1081249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600075" indent="0">
              <a:buNone/>
              <a:defRPr sz="2625" b="1"/>
            </a:lvl2pPr>
            <a:lvl3pPr marL="1200150" indent="0">
              <a:buNone/>
              <a:defRPr sz="2360" b="1"/>
            </a:lvl3pPr>
            <a:lvl4pPr marL="1800225" indent="0">
              <a:buNone/>
              <a:defRPr sz="2100" b="1"/>
            </a:lvl4pPr>
            <a:lvl5pPr marL="2400300" indent="0">
              <a:buNone/>
              <a:defRPr sz="2100" b="1"/>
            </a:lvl5pPr>
            <a:lvl6pPr marL="2999740" indent="0">
              <a:buNone/>
              <a:defRPr sz="2100" b="1"/>
            </a:lvl6pPr>
            <a:lvl7pPr marL="3599815" indent="0">
              <a:buNone/>
              <a:defRPr sz="2100" b="1"/>
            </a:lvl7pPr>
            <a:lvl8pPr marL="4199890" indent="0">
              <a:buNone/>
              <a:defRPr sz="2100" b="1"/>
            </a:lvl8pPr>
            <a:lvl9pPr marL="4799965" indent="0">
              <a:buNone/>
              <a:defRPr sz="21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808" y="3287500"/>
            <a:ext cx="5183698" cy="48354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600000"/>
            <a:ext cx="3932624" cy="2100000"/>
          </a:xfrm>
        </p:spPr>
        <p:txBody>
          <a:bodyPr anchor="b"/>
          <a:lstStyle>
            <a:lvl1pPr>
              <a:defRPr sz="4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698" y="1295833"/>
            <a:ext cx="6172808" cy="6395833"/>
          </a:xfrm>
        </p:spPr>
        <p:txBody>
          <a:bodyPr/>
          <a:lstStyle>
            <a:lvl1pPr>
              <a:defRPr sz="4200"/>
            </a:lvl1pPr>
            <a:lvl2pPr>
              <a:defRPr sz="3675"/>
            </a:lvl2pPr>
            <a:lvl3pPr>
              <a:defRPr sz="3150"/>
            </a:lvl3pPr>
            <a:lvl4pPr>
              <a:defRPr sz="2625"/>
            </a:lvl4pPr>
            <a:lvl5pPr>
              <a:defRPr sz="2625"/>
            </a:lvl5pPr>
            <a:lvl6pPr>
              <a:defRPr sz="2625"/>
            </a:lvl6pPr>
            <a:lvl7pPr>
              <a:defRPr sz="2625"/>
            </a:lvl7pPr>
            <a:lvl8pPr>
              <a:defRPr sz="2625"/>
            </a:lvl8pPr>
            <a:lvl9pPr>
              <a:defRPr sz="26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71" y="2700000"/>
            <a:ext cx="3932624" cy="5002084"/>
          </a:xfrm>
        </p:spPr>
        <p:txBody>
          <a:bodyPr/>
          <a:lstStyle>
            <a:lvl1pPr marL="0" indent="0">
              <a:buNone/>
              <a:defRPr sz="2100"/>
            </a:lvl1pPr>
            <a:lvl2pPr marL="600075" indent="0">
              <a:buNone/>
              <a:defRPr sz="1835"/>
            </a:lvl2pPr>
            <a:lvl3pPr marL="1200150" indent="0">
              <a:buNone/>
              <a:defRPr sz="1575"/>
            </a:lvl3pPr>
            <a:lvl4pPr marL="1800225" indent="0">
              <a:buNone/>
              <a:defRPr sz="1310"/>
            </a:lvl4pPr>
            <a:lvl5pPr marL="2400300" indent="0">
              <a:buNone/>
              <a:defRPr sz="1310"/>
            </a:lvl5pPr>
            <a:lvl6pPr marL="2999740" indent="0">
              <a:buNone/>
              <a:defRPr sz="1310"/>
            </a:lvl6pPr>
            <a:lvl7pPr marL="3599815" indent="0">
              <a:buNone/>
              <a:defRPr sz="1310"/>
            </a:lvl7pPr>
            <a:lvl8pPr marL="4199890" indent="0">
              <a:buNone/>
              <a:defRPr sz="1310"/>
            </a:lvl8pPr>
            <a:lvl9pPr marL="4799965" indent="0">
              <a:buNone/>
              <a:defRPr sz="13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71" y="600000"/>
            <a:ext cx="3932624" cy="2100000"/>
          </a:xfrm>
        </p:spPr>
        <p:txBody>
          <a:bodyPr anchor="b"/>
          <a:lstStyle>
            <a:lvl1pPr>
              <a:defRPr sz="4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98" y="1295833"/>
            <a:ext cx="6172808" cy="6395833"/>
          </a:xfrm>
        </p:spPr>
        <p:txBody>
          <a:bodyPr/>
          <a:lstStyle>
            <a:lvl1pPr marL="0" indent="0">
              <a:buNone/>
              <a:defRPr sz="4200"/>
            </a:lvl1pPr>
            <a:lvl2pPr marL="600075" indent="0">
              <a:buNone/>
              <a:defRPr sz="3675"/>
            </a:lvl2pPr>
            <a:lvl3pPr marL="1200150" indent="0">
              <a:buNone/>
              <a:defRPr sz="3150"/>
            </a:lvl3pPr>
            <a:lvl4pPr marL="1800225" indent="0">
              <a:buNone/>
              <a:defRPr sz="2625"/>
            </a:lvl4pPr>
            <a:lvl5pPr marL="2400300" indent="0">
              <a:buNone/>
              <a:defRPr sz="2625"/>
            </a:lvl5pPr>
            <a:lvl6pPr marL="2999740" indent="0">
              <a:buNone/>
              <a:defRPr sz="2625"/>
            </a:lvl6pPr>
            <a:lvl7pPr marL="3599815" indent="0">
              <a:buNone/>
              <a:defRPr sz="2625"/>
            </a:lvl7pPr>
            <a:lvl8pPr marL="4199890" indent="0">
              <a:buNone/>
              <a:defRPr sz="2625"/>
            </a:lvl8pPr>
            <a:lvl9pPr marL="4799965" indent="0">
              <a:buNone/>
              <a:defRPr sz="262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71" y="2700000"/>
            <a:ext cx="3932624" cy="5002084"/>
          </a:xfrm>
        </p:spPr>
        <p:txBody>
          <a:bodyPr/>
          <a:lstStyle>
            <a:lvl1pPr marL="0" indent="0">
              <a:buNone/>
              <a:defRPr sz="2100"/>
            </a:lvl1pPr>
            <a:lvl2pPr marL="600075" indent="0">
              <a:buNone/>
              <a:defRPr sz="1835"/>
            </a:lvl2pPr>
            <a:lvl3pPr marL="1200150" indent="0">
              <a:buNone/>
              <a:defRPr sz="1575"/>
            </a:lvl3pPr>
            <a:lvl4pPr marL="1800225" indent="0">
              <a:buNone/>
              <a:defRPr sz="1310"/>
            </a:lvl4pPr>
            <a:lvl5pPr marL="2400300" indent="0">
              <a:buNone/>
              <a:defRPr sz="1310"/>
            </a:lvl5pPr>
            <a:lvl6pPr marL="2999740" indent="0">
              <a:buNone/>
              <a:defRPr sz="1310"/>
            </a:lvl6pPr>
            <a:lvl7pPr marL="3599815" indent="0">
              <a:buNone/>
              <a:defRPr sz="1310"/>
            </a:lvl7pPr>
            <a:lvl8pPr marL="4199890" indent="0">
              <a:buNone/>
              <a:defRPr sz="1310"/>
            </a:lvl8pPr>
            <a:lvl9pPr marL="4799965" indent="0">
              <a:buNone/>
              <a:defRPr sz="13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759" y="479167"/>
            <a:ext cx="2629159" cy="762708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83" y="479167"/>
            <a:ext cx="7735062" cy="762708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83" y="479167"/>
            <a:ext cx="10516635" cy="1739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83" y="2395833"/>
            <a:ext cx="10516635" cy="57104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83" y="8341667"/>
            <a:ext cx="2743470" cy="4791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998" y="8341667"/>
            <a:ext cx="4115205" cy="4791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448" y="8341667"/>
            <a:ext cx="2743470" cy="4791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00150" rtl="0" eaLnBrk="1" latinLnBrk="0" hangingPunct="1">
        <a:lnSpc>
          <a:spcPct val="90000"/>
        </a:lnSpc>
        <a:spcBef>
          <a:spcPct val="0"/>
        </a:spcBef>
        <a:buNone/>
        <a:defRPr sz="57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720" indent="-299720" algn="l" defTabSz="1200150" rtl="0" eaLnBrk="1" latinLnBrk="0" hangingPunct="1">
        <a:lnSpc>
          <a:spcPct val="90000"/>
        </a:lnSpc>
        <a:spcBef>
          <a:spcPct val="263000"/>
        </a:spcBef>
        <a:buFont typeface="Arial" panose="020B0604020202020204" pitchFamily="34" charset="0"/>
        <a:buChar char="•"/>
        <a:defRPr sz="3675" kern="1200">
          <a:solidFill>
            <a:schemeClr val="tx1"/>
          </a:solidFill>
          <a:latin typeface="+mn-lt"/>
          <a:ea typeface="+mn-ea"/>
          <a:cs typeface="+mn-cs"/>
        </a:defRPr>
      </a:lvl1pPr>
      <a:lvl2pPr marL="899795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499870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3pPr>
      <a:lvl4pPr marL="2099945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20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5pPr>
      <a:lvl6pPr marL="3300095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6pPr>
      <a:lvl7pPr marL="3900170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7pPr>
      <a:lvl8pPr marL="4500245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8pPr>
      <a:lvl9pPr marL="5099685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1pPr>
      <a:lvl2pPr marL="600075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4pPr>
      <a:lvl5pPr marL="2400300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5pPr>
      <a:lvl6pPr marL="2999740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6pPr>
      <a:lvl7pPr marL="3599815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7pPr>
      <a:lvl8pPr marL="4199890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8pPr>
      <a:lvl9pPr marL="4799965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"/>
            <a:ext cx="12193201" cy="207538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16351" y="1998594"/>
            <a:ext cx="117613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红瓶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682504" y="1998594"/>
            <a:ext cx="117613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白瓶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648658" y="1998594"/>
            <a:ext cx="117613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塑料杯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614811" y="1998594"/>
            <a:ext cx="117613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白蓝色碗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580965" y="1998594"/>
            <a:ext cx="117613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米白色碗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714775" y="1998594"/>
            <a:ext cx="117613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白色碗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6930"/>
            <a:ext cx="12193201" cy="2025849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10590" y="4347055"/>
            <a:ext cx="115327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黑色相机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415778" y="4347055"/>
            <a:ext cx="125234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黑色相机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420035" y="4347055"/>
            <a:ext cx="125234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白色相机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462396" y="4347055"/>
            <a:ext cx="143524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彩色易拉罐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527620" y="4347055"/>
            <a:ext cx="143524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绿色易拉罐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0592843" y="4347055"/>
            <a:ext cx="143524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白色易拉罐</a:t>
            </a:r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84274"/>
            <a:ext cx="12193201" cy="204426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317531" y="6695517"/>
            <a:ext cx="115327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棕色</a:t>
            </a:r>
            <a:r>
              <a:rPr lang="zh-CN" altLang="en-US"/>
              <a:t>电脑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2416206" y="6696787"/>
            <a:ext cx="115327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黑色电脑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515516" y="6696787"/>
            <a:ext cx="115327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黑色电脑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463030" y="6696710"/>
            <a:ext cx="1365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白色马克杯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8486140" y="6696075"/>
            <a:ext cx="1365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棕色马克杯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0400665" y="6696075"/>
            <a:ext cx="1694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浅蓝色马克杯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WPS 演示</Application>
  <PresentationFormat>宽屏</PresentationFormat>
  <Paragraphs>36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Wilson</dc:creator>
  <cp:lastModifiedBy>蒲小波</cp:lastModifiedBy>
  <cp:revision>8</cp:revision>
  <dcterms:created xsi:type="dcterms:W3CDTF">2023-08-09T12:44:00Z</dcterms:created>
  <dcterms:modified xsi:type="dcterms:W3CDTF">2026-04-11T06:38:47Z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2052-12.1.0.25222</vt:lpwstr>
  </property>
  <property fmtid="{D5CDD505-2E9C-101B-9397-08002B2CF9AE}" pid="3" name="ICV">
    <vt:lpwstr>90DF717C9DF54B14B34636B948AA5AE7_12</vt:lpwstr>
  </property>
</Properties>
</file>