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70"/>
            <a:ext cx="12192000" cy="20326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0540" y="209740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电话亭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06040" y="209740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垃圾桶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640580" y="209740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手提包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675120" y="209740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躺椅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709660" y="209740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搅拌机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744200" y="209740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薯条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1095"/>
            <a:ext cx="12192000" cy="20351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10540" y="4446270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植物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2606040" y="4446270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电池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701540" y="4446270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步枪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797040" y="4446270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滑板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709660" y="4446270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桌子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744200" y="4446270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闹钟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WPS 演示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Wilson</dc:creator>
  <cp:lastModifiedBy>蒲小波</cp:lastModifiedBy>
  <cp:revision>6</cp:revision>
  <dcterms:created xsi:type="dcterms:W3CDTF">2023-08-09T12:44:00Z</dcterms:created>
  <dcterms:modified xsi:type="dcterms:W3CDTF">2026-04-11T06:07:24Z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3624325F939646F28B704B23DDDEDD38_12</vt:lpwstr>
  </property>
</Properties>
</file>