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4399895" cy="10799445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401" userDrawn="1">
          <p15:clr>
            <a:srgbClr val="A4A3A4"/>
          </p15:clr>
        </p15:guide>
        <p15:guide id="2" pos="453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3401"/>
        <p:guide pos="453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800207" y="1767773"/>
            <a:ext cx="10801240" cy="3760579"/>
          </a:xfrm>
        </p:spPr>
        <p:txBody>
          <a:bodyPr anchor="b"/>
          <a:lstStyle>
            <a:lvl1pPr algn="ctr">
              <a:defRPr sz="945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00207" y="5673374"/>
            <a:ext cx="10801240" cy="2607901"/>
          </a:xfrm>
        </p:spPr>
        <p:txBody>
          <a:bodyPr/>
          <a:lstStyle>
            <a:lvl1pPr marL="0" indent="0" algn="ctr">
              <a:buNone/>
              <a:defRPr sz="3780"/>
            </a:lvl1pPr>
            <a:lvl2pPr marL="719455" indent="0" algn="ctr">
              <a:buNone/>
              <a:defRPr sz="3150"/>
            </a:lvl2pPr>
            <a:lvl3pPr marL="1440180" indent="0" algn="ctr">
              <a:buNone/>
              <a:defRPr sz="2835"/>
            </a:lvl3pPr>
            <a:lvl4pPr marL="2159635" indent="0" algn="ctr">
              <a:buNone/>
              <a:defRPr sz="2520"/>
            </a:lvl4pPr>
            <a:lvl5pPr marL="2880360" indent="0" algn="ctr">
              <a:buNone/>
              <a:defRPr sz="2520"/>
            </a:lvl5pPr>
            <a:lvl6pPr marL="3599815" indent="0" algn="ctr">
              <a:buNone/>
              <a:defRPr sz="2520"/>
            </a:lvl6pPr>
            <a:lvl7pPr marL="4321175" indent="0" algn="ctr">
              <a:buNone/>
              <a:defRPr sz="2520"/>
            </a:lvl7pPr>
            <a:lvl8pPr marL="5040630" indent="0" algn="ctr">
              <a:buNone/>
              <a:defRPr sz="2520"/>
            </a:lvl8pPr>
            <a:lvl9pPr marL="5760085" indent="0" algn="ctr">
              <a:buNone/>
              <a:defRPr sz="252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82613" y="2692915"/>
            <a:ext cx="12421426" cy="4493191"/>
          </a:xfrm>
        </p:spPr>
        <p:txBody>
          <a:bodyPr anchor="b"/>
          <a:lstStyle>
            <a:lvl1pPr>
              <a:defRPr sz="945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82613" y="7228613"/>
            <a:ext cx="12421426" cy="2362863"/>
          </a:xfrm>
        </p:spPr>
        <p:txBody>
          <a:bodyPr/>
          <a:lstStyle>
            <a:lvl1pPr marL="0" indent="0">
              <a:buNone/>
              <a:defRPr sz="3780">
                <a:solidFill>
                  <a:schemeClr val="tx1">
                    <a:tint val="75000"/>
                  </a:schemeClr>
                </a:solidFill>
              </a:defRPr>
            </a:lvl1pPr>
            <a:lvl2pPr marL="719455" indent="0">
              <a:buNone/>
              <a:defRPr sz="3150">
                <a:solidFill>
                  <a:schemeClr val="tx1">
                    <a:tint val="75000"/>
                  </a:schemeClr>
                </a:solidFill>
              </a:defRPr>
            </a:lvl2pPr>
            <a:lvl3pPr marL="1440180" indent="0">
              <a:buNone/>
              <a:defRPr sz="2835">
                <a:solidFill>
                  <a:schemeClr val="tx1">
                    <a:tint val="75000"/>
                  </a:schemeClr>
                </a:solidFill>
              </a:defRPr>
            </a:lvl3pPr>
            <a:lvl4pPr marL="2159635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4pPr>
            <a:lvl5pPr marL="2880360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5pPr>
            <a:lvl6pPr marL="3599815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6pPr>
            <a:lvl7pPr marL="4321175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7pPr>
            <a:lvl8pPr marL="5040630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8pPr>
            <a:lvl9pPr marL="5760085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90114" y="2875443"/>
            <a:ext cx="6120703" cy="6853556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7290837" y="2875443"/>
            <a:ext cx="6120703" cy="6853556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91989" y="575089"/>
            <a:ext cx="12421426" cy="2087822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91989" y="2647908"/>
            <a:ext cx="6092574" cy="1297699"/>
          </a:xfrm>
        </p:spPr>
        <p:txBody>
          <a:bodyPr anchor="b"/>
          <a:lstStyle>
            <a:lvl1pPr marL="0" indent="0">
              <a:buNone/>
              <a:defRPr sz="3780" b="1"/>
            </a:lvl1pPr>
            <a:lvl2pPr marL="719455" indent="0">
              <a:buNone/>
              <a:defRPr sz="3150" b="1"/>
            </a:lvl2pPr>
            <a:lvl3pPr marL="1440180" indent="0">
              <a:buNone/>
              <a:defRPr sz="2835" b="1"/>
            </a:lvl3pPr>
            <a:lvl4pPr marL="2159635" indent="0">
              <a:buNone/>
              <a:defRPr sz="2520" b="1"/>
            </a:lvl4pPr>
            <a:lvl5pPr marL="2880360" indent="0">
              <a:buNone/>
              <a:defRPr sz="2520" b="1"/>
            </a:lvl5pPr>
            <a:lvl6pPr marL="3599815" indent="0">
              <a:buNone/>
              <a:defRPr sz="2520" b="1"/>
            </a:lvl6pPr>
            <a:lvl7pPr marL="4321175" indent="0">
              <a:buNone/>
              <a:defRPr sz="2520" b="1"/>
            </a:lvl7pPr>
            <a:lvl8pPr marL="5040630" indent="0">
              <a:buNone/>
              <a:defRPr sz="2520" b="1"/>
            </a:lvl8pPr>
            <a:lvl9pPr marL="5760085" indent="0">
              <a:buNone/>
              <a:defRPr sz="252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991989" y="3945607"/>
            <a:ext cx="6092574" cy="580339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7290837" y="2647908"/>
            <a:ext cx="6122578" cy="1297699"/>
          </a:xfrm>
        </p:spPr>
        <p:txBody>
          <a:bodyPr anchor="b"/>
          <a:lstStyle>
            <a:lvl1pPr marL="0" indent="0">
              <a:buNone/>
              <a:defRPr sz="3780" b="1"/>
            </a:lvl1pPr>
            <a:lvl2pPr marL="719455" indent="0">
              <a:buNone/>
              <a:defRPr sz="3150" b="1"/>
            </a:lvl2pPr>
            <a:lvl3pPr marL="1440180" indent="0">
              <a:buNone/>
              <a:defRPr sz="2835" b="1"/>
            </a:lvl3pPr>
            <a:lvl4pPr marL="2159635" indent="0">
              <a:buNone/>
              <a:defRPr sz="2520" b="1"/>
            </a:lvl4pPr>
            <a:lvl5pPr marL="2880360" indent="0">
              <a:buNone/>
              <a:defRPr sz="2520" b="1"/>
            </a:lvl5pPr>
            <a:lvl6pPr marL="3599815" indent="0">
              <a:buNone/>
              <a:defRPr sz="2520" b="1"/>
            </a:lvl6pPr>
            <a:lvl7pPr marL="4321175" indent="0">
              <a:buNone/>
              <a:defRPr sz="2520" b="1"/>
            </a:lvl7pPr>
            <a:lvl8pPr marL="5040630" indent="0">
              <a:buNone/>
              <a:defRPr sz="2520" b="1"/>
            </a:lvl8pPr>
            <a:lvl9pPr marL="5760085" indent="0">
              <a:buNone/>
              <a:defRPr sz="252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7290837" y="3945607"/>
            <a:ext cx="6122578" cy="580339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91989" y="720111"/>
            <a:ext cx="4644908" cy="2520388"/>
          </a:xfrm>
        </p:spPr>
        <p:txBody>
          <a:bodyPr anchor="b"/>
          <a:lstStyle>
            <a:lvl1pPr>
              <a:defRPr sz="504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22578" y="1555239"/>
            <a:ext cx="7290837" cy="7676182"/>
          </a:xfrm>
        </p:spPr>
        <p:txBody>
          <a:bodyPr/>
          <a:lstStyle>
            <a:lvl1pPr>
              <a:defRPr sz="5040"/>
            </a:lvl1pPr>
            <a:lvl2pPr>
              <a:defRPr sz="4410"/>
            </a:lvl2pPr>
            <a:lvl3pPr>
              <a:defRPr sz="3780"/>
            </a:lvl3pPr>
            <a:lvl4pPr>
              <a:defRPr sz="3150"/>
            </a:lvl4pPr>
            <a:lvl5pPr>
              <a:defRPr sz="3150"/>
            </a:lvl5pPr>
            <a:lvl6pPr>
              <a:defRPr sz="3150"/>
            </a:lvl6pPr>
            <a:lvl7pPr>
              <a:defRPr sz="3150"/>
            </a:lvl7pPr>
            <a:lvl8pPr>
              <a:defRPr sz="3150"/>
            </a:lvl8pPr>
            <a:lvl9pPr>
              <a:defRPr sz="31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991989" y="3240499"/>
            <a:ext cx="4644908" cy="6003425"/>
          </a:xfrm>
        </p:spPr>
        <p:txBody>
          <a:bodyPr/>
          <a:lstStyle>
            <a:lvl1pPr marL="0" indent="0">
              <a:buNone/>
              <a:defRPr sz="2520"/>
            </a:lvl1pPr>
            <a:lvl2pPr marL="719455" indent="0">
              <a:buNone/>
              <a:defRPr sz="2200"/>
            </a:lvl2pPr>
            <a:lvl3pPr marL="1440180" indent="0">
              <a:buNone/>
              <a:defRPr sz="1890"/>
            </a:lvl3pPr>
            <a:lvl4pPr marL="2159635" indent="0">
              <a:buNone/>
              <a:defRPr sz="1580"/>
            </a:lvl4pPr>
            <a:lvl5pPr marL="2880360" indent="0">
              <a:buNone/>
              <a:defRPr sz="1580"/>
            </a:lvl5pPr>
            <a:lvl6pPr marL="3599815" indent="0">
              <a:buNone/>
              <a:defRPr sz="1580"/>
            </a:lvl6pPr>
            <a:lvl7pPr marL="4321175" indent="0">
              <a:buNone/>
              <a:defRPr sz="1580"/>
            </a:lvl7pPr>
            <a:lvl8pPr marL="5040630" indent="0">
              <a:buNone/>
              <a:defRPr sz="1580"/>
            </a:lvl8pPr>
            <a:lvl9pPr marL="5760085" indent="0">
              <a:buNone/>
              <a:defRPr sz="158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91989" y="720111"/>
            <a:ext cx="4644908" cy="2520388"/>
          </a:xfrm>
        </p:spPr>
        <p:txBody>
          <a:bodyPr anchor="b"/>
          <a:lstStyle>
            <a:lvl1pPr>
              <a:defRPr sz="504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6122578" y="1555239"/>
            <a:ext cx="7290837" cy="7676182"/>
          </a:xfrm>
        </p:spPr>
        <p:txBody>
          <a:bodyPr/>
          <a:lstStyle>
            <a:lvl1pPr marL="0" indent="0">
              <a:buNone/>
              <a:defRPr sz="5040"/>
            </a:lvl1pPr>
            <a:lvl2pPr marL="719455" indent="0">
              <a:buNone/>
              <a:defRPr sz="4410"/>
            </a:lvl2pPr>
            <a:lvl3pPr marL="1440180" indent="0">
              <a:buNone/>
              <a:defRPr sz="3780"/>
            </a:lvl3pPr>
            <a:lvl4pPr marL="2159635" indent="0">
              <a:buNone/>
              <a:defRPr sz="3150"/>
            </a:lvl4pPr>
            <a:lvl5pPr marL="2880360" indent="0">
              <a:buNone/>
              <a:defRPr sz="3150"/>
            </a:lvl5pPr>
            <a:lvl6pPr marL="3599815" indent="0">
              <a:buNone/>
              <a:defRPr sz="3150"/>
            </a:lvl6pPr>
            <a:lvl7pPr marL="4321175" indent="0">
              <a:buNone/>
              <a:defRPr sz="3150"/>
            </a:lvl7pPr>
            <a:lvl8pPr marL="5040630" indent="0">
              <a:buNone/>
              <a:defRPr sz="3150"/>
            </a:lvl8pPr>
            <a:lvl9pPr marL="5760085" indent="0">
              <a:buNone/>
              <a:defRPr sz="315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991989" y="3240499"/>
            <a:ext cx="4644908" cy="6003425"/>
          </a:xfrm>
        </p:spPr>
        <p:txBody>
          <a:bodyPr/>
          <a:lstStyle>
            <a:lvl1pPr marL="0" indent="0">
              <a:buNone/>
              <a:defRPr sz="2520"/>
            </a:lvl1pPr>
            <a:lvl2pPr marL="719455" indent="0">
              <a:buNone/>
              <a:defRPr sz="2200"/>
            </a:lvl2pPr>
            <a:lvl3pPr marL="1440180" indent="0">
              <a:buNone/>
              <a:defRPr sz="1890"/>
            </a:lvl3pPr>
            <a:lvl4pPr marL="2159635" indent="0">
              <a:buNone/>
              <a:defRPr sz="1580"/>
            </a:lvl4pPr>
            <a:lvl5pPr marL="2880360" indent="0">
              <a:buNone/>
              <a:defRPr sz="1580"/>
            </a:lvl5pPr>
            <a:lvl6pPr marL="3599815" indent="0">
              <a:buNone/>
              <a:defRPr sz="1580"/>
            </a:lvl6pPr>
            <a:lvl7pPr marL="4321175" indent="0">
              <a:buNone/>
              <a:defRPr sz="1580"/>
            </a:lvl7pPr>
            <a:lvl8pPr marL="5040630" indent="0">
              <a:buNone/>
              <a:defRPr sz="1580"/>
            </a:lvl8pPr>
            <a:lvl9pPr marL="5760085" indent="0">
              <a:buNone/>
              <a:defRPr sz="158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10306183" y="575089"/>
            <a:ext cx="3105356" cy="915391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90114" y="575089"/>
            <a:ext cx="9136049" cy="915391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990114" y="575089"/>
            <a:ext cx="12421426" cy="20878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90114" y="2875443"/>
            <a:ext cx="12421426" cy="68535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990114" y="10011541"/>
            <a:ext cx="3240372" cy="5750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770548" y="10011541"/>
            <a:ext cx="4860558" cy="5750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0171168" y="10011541"/>
            <a:ext cx="3240372" cy="5750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1440180" rtl="0" eaLnBrk="1" latinLnBrk="0" hangingPunct="1">
        <a:lnSpc>
          <a:spcPct val="90000"/>
        </a:lnSpc>
        <a:spcBef>
          <a:spcPct val="0"/>
        </a:spcBef>
        <a:buNone/>
        <a:defRPr sz="693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0045" indent="-360045" algn="l" defTabSz="1440180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4410" kern="1200">
          <a:solidFill>
            <a:schemeClr val="tx1"/>
          </a:solidFill>
          <a:latin typeface="+mn-lt"/>
          <a:ea typeface="+mn-ea"/>
          <a:cs typeface="+mn-cs"/>
        </a:defRPr>
      </a:lvl1pPr>
      <a:lvl2pPr marL="1080135" indent="-360045" algn="l" defTabSz="1440180" rtl="0" eaLnBrk="1" latinLnBrk="0" hangingPunct="1">
        <a:lnSpc>
          <a:spcPct val="90000"/>
        </a:lnSpc>
        <a:spcBef>
          <a:spcPct val="158000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2pPr>
      <a:lvl3pPr marL="1800225" indent="-360045" algn="l" defTabSz="1440180" rtl="0" eaLnBrk="1" latinLnBrk="0" hangingPunct="1">
        <a:lnSpc>
          <a:spcPct val="90000"/>
        </a:lnSpc>
        <a:spcBef>
          <a:spcPct val="158000"/>
        </a:spcBef>
        <a:buFont typeface="Arial" panose="020B0604020202020204" pitchFamily="34" charset="0"/>
        <a:buChar char="•"/>
        <a:defRPr sz="3150" kern="1200">
          <a:solidFill>
            <a:schemeClr val="tx1"/>
          </a:solidFill>
          <a:latin typeface="+mn-lt"/>
          <a:ea typeface="+mn-ea"/>
          <a:cs typeface="+mn-cs"/>
        </a:defRPr>
      </a:lvl3pPr>
      <a:lvl4pPr marL="2519680" indent="-360045" algn="l" defTabSz="1440180" rtl="0" eaLnBrk="1" latinLnBrk="0" hangingPunct="1">
        <a:lnSpc>
          <a:spcPct val="90000"/>
        </a:lnSpc>
        <a:spcBef>
          <a:spcPct val="158000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4pPr>
      <a:lvl5pPr marL="3239770" indent="-360045" algn="l" defTabSz="1440180" rtl="0" eaLnBrk="1" latinLnBrk="0" hangingPunct="1">
        <a:lnSpc>
          <a:spcPct val="90000"/>
        </a:lnSpc>
        <a:spcBef>
          <a:spcPct val="158000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5pPr>
      <a:lvl6pPr marL="3960495" indent="-360045" algn="l" defTabSz="1440180" rtl="0" eaLnBrk="1" latinLnBrk="0" hangingPunct="1">
        <a:lnSpc>
          <a:spcPct val="90000"/>
        </a:lnSpc>
        <a:spcBef>
          <a:spcPct val="158000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6pPr>
      <a:lvl7pPr marL="4680585" indent="-360045" algn="l" defTabSz="1440180" rtl="0" eaLnBrk="1" latinLnBrk="0" hangingPunct="1">
        <a:lnSpc>
          <a:spcPct val="90000"/>
        </a:lnSpc>
        <a:spcBef>
          <a:spcPct val="158000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7pPr>
      <a:lvl8pPr marL="5400675" indent="-360045" algn="l" defTabSz="1440180" rtl="0" eaLnBrk="1" latinLnBrk="0" hangingPunct="1">
        <a:lnSpc>
          <a:spcPct val="90000"/>
        </a:lnSpc>
        <a:spcBef>
          <a:spcPct val="158000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8pPr>
      <a:lvl9pPr marL="6120765" indent="-360045" algn="l" defTabSz="1440180" rtl="0" eaLnBrk="1" latinLnBrk="0" hangingPunct="1">
        <a:lnSpc>
          <a:spcPct val="90000"/>
        </a:lnSpc>
        <a:spcBef>
          <a:spcPct val="158000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440180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1pPr>
      <a:lvl2pPr marL="719455" algn="l" defTabSz="1440180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2pPr>
      <a:lvl3pPr marL="1440180" algn="l" defTabSz="1440180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3pPr>
      <a:lvl4pPr marL="2159635" algn="l" defTabSz="1440180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4pPr>
      <a:lvl5pPr marL="2880360" algn="l" defTabSz="1440180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5pPr>
      <a:lvl6pPr marL="3599815" algn="l" defTabSz="1440180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6pPr>
      <a:lvl7pPr marL="4321175" algn="l" defTabSz="1440180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7pPr>
      <a:lvl8pPr marL="5040630" algn="l" defTabSz="1440180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8pPr>
      <a:lvl9pPr marL="5760085" algn="l" defTabSz="1440180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7.png"/><Relationship Id="rId8" Type="http://schemas.openxmlformats.org/officeDocument/2006/relationships/image" Target="../media/image6.png"/><Relationship Id="rId7" Type="http://schemas.openxmlformats.org/officeDocument/2006/relationships/image" Target="../media/image5.png"/><Relationship Id="rId6" Type="http://schemas.openxmlformats.org/officeDocument/2006/relationships/image" Target="../media/image4.png"/><Relationship Id="rId59" Type="http://schemas.openxmlformats.org/officeDocument/2006/relationships/slideLayout" Target="../slideLayouts/slideLayout1.xml"/><Relationship Id="rId58" Type="http://schemas.openxmlformats.org/officeDocument/2006/relationships/tags" Target="../tags/tag30.xml"/><Relationship Id="rId57" Type="http://schemas.openxmlformats.org/officeDocument/2006/relationships/tags" Target="../tags/tag29.xml"/><Relationship Id="rId56" Type="http://schemas.openxmlformats.org/officeDocument/2006/relationships/tags" Target="../tags/tag28.xml"/><Relationship Id="rId55" Type="http://schemas.openxmlformats.org/officeDocument/2006/relationships/tags" Target="../tags/tag27.xml"/><Relationship Id="rId54" Type="http://schemas.openxmlformats.org/officeDocument/2006/relationships/tags" Target="../tags/tag26.xml"/><Relationship Id="rId53" Type="http://schemas.openxmlformats.org/officeDocument/2006/relationships/tags" Target="../tags/tag25.xml"/><Relationship Id="rId52" Type="http://schemas.openxmlformats.org/officeDocument/2006/relationships/tags" Target="../tags/tag24.xml"/><Relationship Id="rId51" Type="http://schemas.openxmlformats.org/officeDocument/2006/relationships/tags" Target="../tags/tag23.xml"/><Relationship Id="rId50" Type="http://schemas.openxmlformats.org/officeDocument/2006/relationships/tags" Target="../tags/tag22.xml"/><Relationship Id="rId5" Type="http://schemas.openxmlformats.org/officeDocument/2006/relationships/image" Target="../media/image3.png"/><Relationship Id="rId49" Type="http://schemas.openxmlformats.org/officeDocument/2006/relationships/tags" Target="../tags/tag21.xml"/><Relationship Id="rId48" Type="http://schemas.openxmlformats.org/officeDocument/2006/relationships/tags" Target="../tags/tag20.xml"/><Relationship Id="rId47" Type="http://schemas.openxmlformats.org/officeDocument/2006/relationships/tags" Target="../tags/tag19.xml"/><Relationship Id="rId46" Type="http://schemas.openxmlformats.org/officeDocument/2006/relationships/tags" Target="../tags/tag18.xml"/><Relationship Id="rId45" Type="http://schemas.openxmlformats.org/officeDocument/2006/relationships/tags" Target="../tags/tag17.xml"/><Relationship Id="rId44" Type="http://schemas.openxmlformats.org/officeDocument/2006/relationships/tags" Target="../tags/tag16.xml"/><Relationship Id="rId43" Type="http://schemas.openxmlformats.org/officeDocument/2006/relationships/tags" Target="../tags/tag15.xml"/><Relationship Id="rId42" Type="http://schemas.openxmlformats.org/officeDocument/2006/relationships/tags" Target="../tags/tag14.xml"/><Relationship Id="rId41" Type="http://schemas.openxmlformats.org/officeDocument/2006/relationships/tags" Target="../tags/tag13.xml"/><Relationship Id="rId40" Type="http://schemas.openxmlformats.org/officeDocument/2006/relationships/tags" Target="../tags/tag12.xml"/><Relationship Id="rId4" Type="http://schemas.openxmlformats.org/officeDocument/2006/relationships/image" Target="../media/image2.png"/><Relationship Id="rId39" Type="http://schemas.openxmlformats.org/officeDocument/2006/relationships/tags" Target="../tags/tag11.xml"/><Relationship Id="rId38" Type="http://schemas.openxmlformats.org/officeDocument/2006/relationships/tags" Target="../tags/tag10.xml"/><Relationship Id="rId37" Type="http://schemas.openxmlformats.org/officeDocument/2006/relationships/tags" Target="../tags/tag9.xml"/><Relationship Id="rId36" Type="http://schemas.openxmlformats.org/officeDocument/2006/relationships/tags" Target="../tags/tag8.xml"/><Relationship Id="rId35" Type="http://schemas.openxmlformats.org/officeDocument/2006/relationships/tags" Target="../tags/tag7.xml"/><Relationship Id="rId34" Type="http://schemas.openxmlformats.org/officeDocument/2006/relationships/image" Target="../media/image28.png"/><Relationship Id="rId33" Type="http://schemas.openxmlformats.org/officeDocument/2006/relationships/image" Target="../media/image27.png"/><Relationship Id="rId32" Type="http://schemas.openxmlformats.org/officeDocument/2006/relationships/image" Target="../media/image26.png"/><Relationship Id="rId31" Type="http://schemas.openxmlformats.org/officeDocument/2006/relationships/image" Target="../media/image25.png"/><Relationship Id="rId30" Type="http://schemas.openxmlformats.org/officeDocument/2006/relationships/image" Target="../media/image24.png"/><Relationship Id="rId3" Type="http://schemas.openxmlformats.org/officeDocument/2006/relationships/tags" Target="../tags/tag2.xml"/><Relationship Id="rId29" Type="http://schemas.openxmlformats.org/officeDocument/2006/relationships/image" Target="../media/image23.png"/><Relationship Id="rId28" Type="http://schemas.openxmlformats.org/officeDocument/2006/relationships/image" Target="../media/image22.png"/><Relationship Id="rId27" Type="http://schemas.openxmlformats.org/officeDocument/2006/relationships/image" Target="../media/image21.png"/><Relationship Id="rId26" Type="http://schemas.openxmlformats.org/officeDocument/2006/relationships/image" Target="../media/image20.png"/><Relationship Id="rId25" Type="http://schemas.openxmlformats.org/officeDocument/2006/relationships/image" Target="../media/image19.png"/><Relationship Id="rId24" Type="http://schemas.openxmlformats.org/officeDocument/2006/relationships/image" Target="../media/image18.png"/><Relationship Id="rId23" Type="http://schemas.openxmlformats.org/officeDocument/2006/relationships/image" Target="../media/image17.png"/><Relationship Id="rId22" Type="http://schemas.openxmlformats.org/officeDocument/2006/relationships/image" Target="../media/image16.png"/><Relationship Id="rId21" Type="http://schemas.openxmlformats.org/officeDocument/2006/relationships/image" Target="../media/image15.png"/><Relationship Id="rId20" Type="http://schemas.openxmlformats.org/officeDocument/2006/relationships/image" Target="../media/image14.png"/><Relationship Id="rId2" Type="http://schemas.openxmlformats.org/officeDocument/2006/relationships/image" Target="../media/image1.png"/><Relationship Id="rId19" Type="http://schemas.openxmlformats.org/officeDocument/2006/relationships/image" Target="../media/image13.png"/><Relationship Id="rId18" Type="http://schemas.openxmlformats.org/officeDocument/2006/relationships/image" Target="../media/image12.png"/><Relationship Id="rId17" Type="http://schemas.openxmlformats.org/officeDocument/2006/relationships/image" Target="../media/image11.png"/><Relationship Id="rId16" Type="http://schemas.openxmlformats.org/officeDocument/2006/relationships/image" Target="../media/image10.png"/><Relationship Id="rId15" Type="http://schemas.openxmlformats.org/officeDocument/2006/relationships/image" Target="../media/image9.png"/><Relationship Id="rId14" Type="http://schemas.openxmlformats.org/officeDocument/2006/relationships/image" Target="../media/image8.png"/><Relationship Id="rId13" Type="http://schemas.openxmlformats.org/officeDocument/2006/relationships/tags" Target="../tags/tag6.xml"/><Relationship Id="rId12" Type="http://schemas.openxmlformats.org/officeDocument/2006/relationships/tags" Target="../tags/tag5.xml"/><Relationship Id="rId11" Type="http://schemas.openxmlformats.org/officeDocument/2006/relationships/tags" Target="../tags/tag4.xml"/><Relationship Id="rId10" Type="http://schemas.openxmlformats.org/officeDocument/2006/relationships/tags" Target="../tags/tag3.xml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930237" y="662"/>
            <a:ext cx="1894487" cy="1662043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85" y="662"/>
            <a:ext cx="1798588" cy="1661408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56189" y="662"/>
            <a:ext cx="1728093" cy="1662043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5746" y="662"/>
            <a:ext cx="1893217" cy="1660773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41698" y="662"/>
            <a:ext cx="1665218" cy="1650611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8"/>
          <a:srcRect r="8908"/>
          <a:stretch>
            <a:fillRect/>
          </a:stretch>
        </p:blipFill>
        <p:spPr>
          <a:xfrm>
            <a:off x="9639651" y="662"/>
            <a:ext cx="1721107" cy="164108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493500" y="635"/>
            <a:ext cx="1924685" cy="1640840"/>
          </a:xfrm>
          <a:prstGeom prst="rect">
            <a:avLst/>
          </a:prstGeom>
        </p:spPr>
      </p:pic>
      <p:sp>
        <p:nvSpPr>
          <p:cNvPr id="12" name="文本框 11"/>
          <p:cNvSpPr txBox="1"/>
          <p:nvPr>
            <p:custDataLst>
              <p:tags r:id="rId10"/>
            </p:custDataLst>
          </p:nvPr>
        </p:nvSpPr>
        <p:spPr>
          <a:xfrm>
            <a:off x="180975" y="1662430"/>
            <a:ext cx="14370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方形</a:t>
            </a:r>
            <a:r>
              <a:rPr lang="zh-CN" altLang="en-US"/>
              <a:t>转接板</a:t>
            </a:r>
            <a:endParaRPr lang="zh-CN" altLang="en-US"/>
          </a:p>
        </p:txBody>
      </p:sp>
      <p:sp>
        <p:nvSpPr>
          <p:cNvPr id="13" name="文本框 12"/>
          <p:cNvSpPr txBox="1"/>
          <p:nvPr>
            <p:custDataLst>
              <p:tags r:id="rId11"/>
            </p:custDataLst>
          </p:nvPr>
        </p:nvSpPr>
        <p:spPr>
          <a:xfrm>
            <a:off x="1859280" y="1662430"/>
            <a:ext cx="19653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/>
              <a:t>三角形转接板</a:t>
            </a:r>
            <a:endParaRPr lang="zh-CN" altLang="en-US"/>
          </a:p>
        </p:txBody>
      </p:sp>
      <p:sp>
        <p:nvSpPr>
          <p:cNvPr id="14" name="文本框 13"/>
          <p:cNvSpPr txBox="1"/>
          <p:nvPr>
            <p:custDataLst>
              <p:tags r:id="rId12"/>
            </p:custDataLst>
          </p:nvPr>
        </p:nvSpPr>
        <p:spPr>
          <a:xfrm>
            <a:off x="3813810" y="1641475"/>
            <a:ext cx="19653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/>
              <a:t>长方体盒子</a:t>
            </a:r>
            <a:endParaRPr lang="zh-CN" altLang="en-US"/>
          </a:p>
        </p:txBody>
      </p:sp>
      <p:sp>
        <p:nvSpPr>
          <p:cNvPr id="15" name="文本框 14"/>
          <p:cNvSpPr txBox="1"/>
          <p:nvPr>
            <p:custDataLst>
              <p:tags r:id="rId13"/>
            </p:custDataLst>
          </p:nvPr>
        </p:nvSpPr>
        <p:spPr>
          <a:xfrm>
            <a:off x="5703570" y="1651000"/>
            <a:ext cx="19653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/>
              <a:t>大</a:t>
            </a:r>
            <a:r>
              <a:rPr lang="zh-CN" altLang="en-US"/>
              <a:t>支架</a:t>
            </a:r>
            <a:endParaRPr lang="zh-CN" altLang="en-US"/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0" y="2096135"/>
            <a:ext cx="1798320" cy="1607820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930400" y="2096135"/>
            <a:ext cx="1830070" cy="1590040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16"/>
          <a:srcRect l="6440" r="6254"/>
          <a:stretch>
            <a:fillRect/>
          </a:stretch>
        </p:blipFill>
        <p:spPr>
          <a:xfrm>
            <a:off x="3892550" y="2113280"/>
            <a:ext cx="1790700" cy="1590675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815330" y="2096135"/>
            <a:ext cx="1875790" cy="1590040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18"/>
          <a:srcRect r="10810"/>
          <a:stretch>
            <a:fillRect/>
          </a:stretch>
        </p:blipFill>
        <p:spPr>
          <a:xfrm>
            <a:off x="7865110" y="2113280"/>
            <a:ext cx="1671320" cy="1572260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19"/>
          <a:srcRect r="7128"/>
          <a:stretch>
            <a:fillRect/>
          </a:stretch>
        </p:blipFill>
        <p:spPr>
          <a:xfrm>
            <a:off x="9639935" y="2113280"/>
            <a:ext cx="1720850" cy="1586230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1498580" y="2113280"/>
            <a:ext cx="1805940" cy="1592580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0" y="4138295"/>
            <a:ext cx="1798320" cy="1607820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930400" y="4119880"/>
            <a:ext cx="1725295" cy="1616075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844290" y="4134485"/>
            <a:ext cx="1798320" cy="1600200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831205" y="4121150"/>
            <a:ext cx="1879600" cy="1624965"/>
          </a:xfrm>
          <a:prstGeom prst="rect">
            <a:avLst/>
          </a:prstGeom>
        </p:spPr>
      </p:pic>
      <p:pic>
        <p:nvPicPr>
          <p:cNvPr id="27" name="图片 26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871460" y="4116705"/>
            <a:ext cx="1711960" cy="1661795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9756140" y="4328795"/>
            <a:ext cx="1661160" cy="1231900"/>
          </a:xfrm>
          <a:prstGeom prst="rect">
            <a:avLst/>
          </a:prstGeom>
        </p:spPr>
      </p:pic>
      <p:pic>
        <p:nvPicPr>
          <p:cNvPr id="29" name="图片 28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1590020" y="4144645"/>
            <a:ext cx="1714500" cy="1649095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3891915" y="6158865"/>
            <a:ext cx="1663065" cy="1621155"/>
          </a:xfrm>
          <a:prstGeom prst="rect">
            <a:avLst/>
          </a:prstGeom>
        </p:spPr>
      </p:pic>
      <p:pic>
        <p:nvPicPr>
          <p:cNvPr id="31" name="图片 30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930400" y="6169660"/>
            <a:ext cx="1798320" cy="1577340"/>
          </a:xfrm>
          <a:prstGeom prst="rect">
            <a:avLst/>
          </a:prstGeom>
        </p:spPr>
      </p:pic>
      <p:pic>
        <p:nvPicPr>
          <p:cNvPr id="32" name="图片 31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5737860" y="6192520"/>
            <a:ext cx="1805940" cy="1607820"/>
          </a:xfrm>
          <a:prstGeom prst="rect">
            <a:avLst/>
          </a:prstGeom>
        </p:spPr>
      </p:pic>
      <p:pic>
        <p:nvPicPr>
          <p:cNvPr id="33" name="图片 32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7712710" y="6208395"/>
            <a:ext cx="1906270" cy="1574800"/>
          </a:xfrm>
          <a:prstGeom prst="rect">
            <a:avLst/>
          </a:prstGeom>
        </p:spPr>
      </p:pic>
      <p:pic>
        <p:nvPicPr>
          <p:cNvPr id="34" name="图片 33"/>
          <p:cNvPicPr>
            <a:picLocks noChangeAspect="1"/>
          </p:cNvPicPr>
          <p:nvPr/>
        </p:nvPicPr>
        <p:blipFill>
          <a:blip r:embed="rId32"/>
          <a:srcRect r="4006"/>
          <a:stretch>
            <a:fillRect/>
          </a:stretch>
        </p:blipFill>
        <p:spPr>
          <a:xfrm>
            <a:off x="9787890" y="6198870"/>
            <a:ext cx="1658620" cy="1449705"/>
          </a:xfrm>
          <a:prstGeom prst="rect">
            <a:avLst/>
          </a:prstGeom>
        </p:spPr>
      </p:pic>
      <p:pic>
        <p:nvPicPr>
          <p:cNvPr id="35" name="图片 34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11593195" y="6169660"/>
            <a:ext cx="1710690" cy="1638300"/>
          </a:xfrm>
          <a:prstGeom prst="rect">
            <a:avLst/>
          </a:prstGeom>
        </p:spPr>
      </p:pic>
      <p:pic>
        <p:nvPicPr>
          <p:cNvPr id="36" name="图片 35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0" y="6180455"/>
            <a:ext cx="1798320" cy="1417320"/>
          </a:xfrm>
          <a:prstGeom prst="rect">
            <a:avLst/>
          </a:prstGeom>
        </p:spPr>
      </p:pic>
      <p:sp>
        <p:nvSpPr>
          <p:cNvPr id="37" name="文本框 36"/>
          <p:cNvSpPr txBox="1"/>
          <p:nvPr>
            <p:custDataLst>
              <p:tags r:id="rId35"/>
            </p:custDataLst>
          </p:nvPr>
        </p:nvSpPr>
        <p:spPr>
          <a:xfrm>
            <a:off x="7674610" y="1651000"/>
            <a:ext cx="19653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/>
              <a:t>平面支架</a:t>
            </a:r>
            <a:endParaRPr lang="zh-CN" altLang="en-US"/>
          </a:p>
        </p:txBody>
      </p:sp>
      <p:sp>
        <p:nvSpPr>
          <p:cNvPr id="38" name="文本框 37"/>
          <p:cNvSpPr txBox="1"/>
          <p:nvPr>
            <p:custDataLst>
              <p:tags r:id="rId36"/>
            </p:custDataLst>
          </p:nvPr>
        </p:nvSpPr>
        <p:spPr>
          <a:xfrm>
            <a:off x="9481185" y="1651000"/>
            <a:ext cx="19653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/>
              <a:t>螺丝</a:t>
            </a:r>
            <a:r>
              <a:rPr lang="zh-CN" altLang="en-US"/>
              <a:t>支架</a:t>
            </a:r>
            <a:endParaRPr lang="zh-CN" altLang="en-US"/>
          </a:p>
        </p:txBody>
      </p:sp>
      <p:sp>
        <p:nvSpPr>
          <p:cNvPr id="39" name="文本框 38"/>
          <p:cNvSpPr txBox="1"/>
          <p:nvPr>
            <p:custDataLst>
              <p:tags r:id="rId37"/>
            </p:custDataLst>
          </p:nvPr>
        </p:nvSpPr>
        <p:spPr>
          <a:xfrm>
            <a:off x="11452860" y="1641475"/>
            <a:ext cx="19653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/>
              <a:t>圆顶金属盖</a:t>
            </a:r>
            <a:endParaRPr lang="zh-CN" altLang="en-US"/>
          </a:p>
        </p:txBody>
      </p:sp>
      <p:sp>
        <p:nvSpPr>
          <p:cNvPr id="40" name="文本框 39"/>
          <p:cNvSpPr txBox="1"/>
          <p:nvPr>
            <p:custDataLst>
              <p:tags r:id="rId38"/>
            </p:custDataLst>
          </p:nvPr>
        </p:nvSpPr>
        <p:spPr>
          <a:xfrm>
            <a:off x="77470" y="3686175"/>
            <a:ext cx="14370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sym typeface="+mn-ea"/>
              </a:rPr>
              <a:t>汽车轮毂</a:t>
            </a:r>
            <a:endParaRPr lang="zh-CN" altLang="en-US"/>
          </a:p>
        </p:txBody>
      </p:sp>
      <p:sp>
        <p:nvSpPr>
          <p:cNvPr id="41" name="文本框 40"/>
          <p:cNvSpPr txBox="1"/>
          <p:nvPr>
            <p:custDataLst>
              <p:tags r:id="rId39"/>
            </p:custDataLst>
          </p:nvPr>
        </p:nvSpPr>
        <p:spPr>
          <a:xfrm>
            <a:off x="1960245" y="5734685"/>
            <a:ext cx="17684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/>
              <a:t>发动机</a:t>
            </a:r>
            <a:r>
              <a:rPr lang="zh-CN" altLang="en-US"/>
              <a:t>零件盖</a:t>
            </a:r>
            <a:endParaRPr lang="zh-CN" altLang="en-US"/>
          </a:p>
        </p:txBody>
      </p:sp>
      <p:sp>
        <p:nvSpPr>
          <p:cNvPr id="42" name="文本框 41"/>
          <p:cNvSpPr txBox="1"/>
          <p:nvPr>
            <p:custDataLst>
              <p:tags r:id="rId40"/>
            </p:custDataLst>
          </p:nvPr>
        </p:nvSpPr>
        <p:spPr>
          <a:xfrm>
            <a:off x="4004945" y="3699510"/>
            <a:ext cx="14370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/>
              <a:t>小夹</a:t>
            </a:r>
            <a:r>
              <a:rPr lang="zh-CN" altLang="en-US"/>
              <a:t>具</a:t>
            </a:r>
            <a:endParaRPr lang="zh-CN" altLang="en-US"/>
          </a:p>
        </p:txBody>
      </p:sp>
      <p:sp>
        <p:nvSpPr>
          <p:cNvPr id="43" name="文本框 42"/>
          <p:cNvSpPr txBox="1"/>
          <p:nvPr>
            <p:custDataLst>
              <p:tags r:id="rId41"/>
            </p:custDataLst>
          </p:nvPr>
        </p:nvSpPr>
        <p:spPr>
          <a:xfrm>
            <a:off x="5967730" y="3719195"/>
            <a:ext cx="14370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/>
              <a:t>连接板</a:t>
            </a:r>
            <a:endParaRPr lang="zh-CN" altLang="en-US"/>
          </a:p>
        </p:txBody>
      </p:sp>
      <p:sp>
        <p:nvSpPr>
          <p:cNvPr id="44" name="文本框 43"/>
          <p:cNvSpPr txBox="1"/>
          <p:nvPr>
            <p:custDataLst>
              <p:tags r:id="rId42"/>
            </p:custDataLst>
          </p:nvPr>
        </p:nvSpPr>
        <p:spPr>
          <a:xfrm>
            <a:off x="8008620" y="3699510"/>
            <a:ext cx="14370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/>
              <a:t>圆柱体</a:t>
            </a:r>
            <a:endParaRPr lang="zh-CN" altLang="en-US"/>
          </a:p>
        </p:txBody>
      </p:sp>
      <p:sp>
        <p:nvSpPr>
          <p:cNvPr id="45" name="文本框 44"/>
          <p:cNvSpPr txBox="1"/>
          <p:nvPr>
            <p:custDataLst>
              <p:tags r:id="rId43"/>
            </p:custDataLst>
          </p:nvPr>
        </p:nvSpPr>
        <p:spPr>
          <a:xfrm>
            <a:off x="9753600" y="3699510"/>
            <a:ext cx="14370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/>
              <a:t>发动机</a:t>
            </a:r>
            <a:r>
              <a:rPr lang="zh-CN" altLang="en-US"/>
              <a:t>轴承</a:t>
            </a:r>
            <a:endParaRPr lang="zh-CN" altLang="en-US"/>
          </a:p>
        </p:txBody>
      </p:sp>
      <p:sp>
        <p:nvSpPr>
          <p:cNvPr id="46" name="文本框 45"/>
          <p:cNvSpPr txBox="1"/>
          <p:nvPr>
            <p:custDataLst>
              <p:tags r:id="rId44"/>
            </p:custDataLst>
          </p:nvPr>
        </p:nvSpPr>
        <p:spPr>
          <a:xfrm>
            <a:off x="11360785" y="3685540"/>
            <a:ext cx="21316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/>
              <a:t>圆形发动机冷却器</a:t>
            </a:r>
            <a:endParaRPr lang="zh-CN" altLang="en-US"/>
          </a:p>
        </p:txBody>
      </p:sp>
      <p:sp>
        <p:nvSpPr>
          <p:cNvPr id="47" name="文本框 46"/>
          <p:cNvSpPr txBox="1"/>
          <p:nvPr>
            <p:custDataLst>
              <p:tags r:id="rId45"/>
            </p:custDataLst>
          </p:nvPr>
        </p:nvSpPr>
        <p:spPr>
          <a:xfrm>
            <a:off x="-68580" y="7780020"/>
            <a:ext cx="1583055" cy="3797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>
                <a:sym typeface="+mn-ea"/>
              </a:rPr>
              <a:t>冲孔</a:t>
            </a:r>
            <a:r>
              <a:rPr lang="zh-CN" altLang="en-US">
                <a:sym typeface="+mn-ea"/>
              </a:rPr>
              <a:t>导轨</a:t>
            </a:r>
            <a:endParaRPr lang="zh-CN" altLang="en-US">
              <a:sym typeface="+mn-ea"/>
            </a:endParaRPr>
          </a:p>
        </p:txBody>
      </p:sp>
      <p:sp>
        <p:nvSpPr>
          <p:cNvPr id="48" name="文本框 47"/>
          <p:cNvSpPr txBox="1"/>
          <p:nvPr>
            <p:custDataLst>
              <p:tags r:id="rId46"/>
            </p:custDataLst>
          </p:nvPr>
        </p:nvSpPr>
        <p:spPr>
          <a:xfrm>
            <a:off x="2056130" y="3685540"/>
            <a:ext cx="14370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/>
              <a:t>大夹</a:t>
            </a:r>
            <a:r>
              <a:rPr lang="zh-CN" altLang="en-US"/>
              <a:t>具</a:t>
            </a:r>
            <a:endParaRPr lang="zh-CN" altLang="en-US"/>
          </a:p>
        </p:txBody>
      </p:sp>
      <p:sp>
        <p:nvSpPr>
          <p:cNvPr id="49" name="文本框 48"/>
          <p:cNvSpPr txBox="1"/>
          <p:nvPr>
            <p:custDataLst>
              <p:tags r:id="rId47"/>
            </p:custDataLst>
          </p:nvPr>
        </p:nvSpPr>
        <p:spPr>
          <a:xfrm>
            <a:off x="3956050" y="5734685"/>
            <a:ext cx="14370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/>
              <a:t>过滤</a:t>
            </a:r>
            <a:r>
              <a:rPr lang="zh-CN" altLang="en-US"/>
              <a:t>丝</a:t>
            </a:r>
            <a:endParaRPr lang="zh-CN" altLang="en-US"/>
          </a:p>
        </p:txBody>
      </p:sp>
      <p:sp>
        <p:nvSpPr>
          <p:cNvPr id="50" name="文本框 49"/>
          <p:cNvSpPr txBox="1"/>
          <p:nvPr>
            <p:custDataLst>
              <p:tags r:id="rId48"/>
            </p:custDataLst>
          </p:nvPr>
        </p:nvSpPr>
        <p:spPr>
          <a:xfrm>
            <a:off x="5922645" y="5734685"/>
            <a:ext cx="14370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/>
              <a:t>保险丝</a:t>
            </a:r>
            <a:endParaRPr lang="zh-CN" altLang="en-US"/>
          </a:p>
        </p:txBody>
      </p:sp>
      <p:sp>
        <p:nvSpPr>
          <p:cNvPr id="51" name="文本框 50"/>
          <p:cNvSpPr txBox="1"/>
          <p:nvPr>
            <p:custDataLst>
              <p:tags r:id="rId49"/>
            </p:custDataLst>
          </p:nvPr>
        </p:nvSpPr>
        <p:spPr>
          <a:xfrm>
            <a:off x="7955915" y="5735955"/>
            <a:ext cx="14370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/>
              <a:t>把手</a:t>
            </a:r>
            <a:endParaRPr lang="zh-CN" altLang="en-US"/>
          </a:p>
        </p:txBody>
      </p:sp>
      <p:sp>
        <p:nvSpPr>
          <p:cNvPr id="52" name="文本框 51"/>
          <p:cNvSpPr txBox="1"/>
          <p:nvPr>
            <p:custDataLst>
              <p:tags r:id="rId50"/>
            </p:custDataLst>
          </p:nvPr>
        </p:nvSpPr>
        <p:spPr>
          <a:xfrm>
            <a:off x="9867900" y="5734685"/>
            <a:ext cx="14370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/>
              <a:t>喷油泵</a:t>
            </a:r>
            <a:endParaRPr lang="zh-CN" altLang="en-US"/>
          </a:p>
        </p:txBody>
      </p:sp>
      <p:sp>
        <p:nvSpPr>
          <p:cNvPr id="53" name="文本框 52"/>
          <p:cNvSpPr txBox="1"/>
          <p:nvPr>
            <p:custDataLst>
              <p:tags r:id="rId51"/>
            </p:custDataLst>
          </p:nvPr>
        </p:nvSpPr>
        <p:spPr>
          <a:xfrm>
            <a:off x="11737340" y="5778500"/>
            <a:ext cx="14370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/>
              <a:t>多功能</a:t>
            </a:r>
            <a:r>
              <a:rPr lang="zh-CN" altLang="en-US"/>
              <a:t>支架</a:t>
            </a:r>
            <a:endParaRPr lang="zh-CN" altLang="en-US"/>
          </a:p>
        </p:txBody>
      </p:sp>
      <p:sp>
        <p:nvSpPr>
          <p:cNvPr id="55" name="文本框 54"/>
          <p:cNvSpPr txBox="1"/>
          <p:nvPr>
            <p:custDataLst>
              <p:tags r:id="rId52"/>
            </p:custDataLst>
          </p:nvPr>
        </p:nvSpPr>
        <p:spPr>
          <a:xfrm>
            <a:off x="1910080" y="7807960"/>
            <a:ext cx="1583055" cy="3797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>
                <a:sym typeface="+mn-ea"/>
              </a:rPr>
              <a:t>黑色螺丝</a:t>
            </a:r>
            <a:endParaRPr lang="zh-CN" altLang="en-US">
              <a:sym typeface="+mn-ea"/>
            </a:endParaRPr>
          </a:p>
        </p:txBody>
      </p:sp>
      <p:sp>
        <p:nvSpPr>
          <p:cNvPr id="56" name="文本框 55"/>
          <p:cNvSpPr txBox="1"/>
          <p:nvPr>
            <p:custDataLst>
              <p:tags r:id="rId53"/>
            </p:custDataLst>
          </p:nvPr>
        </p:nvSpPr>
        <p:spPr>
          <a:xfrm>
            <a:off x="3892550" y="7783195"/>
            <a:ext cx="1583055" cy="3797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>
                <a:sym typeface="+mn-ea"/>
              </a:rPr>
              <a:t>螺丝</a:t>
            </a:r>
            <a:endParaRPr lang="zh-CN" altLang="en-US">
              <a:sym typeface="+mn-ea"/>
            </a:endParaRPr>
          </a:p>
        </p:txBody>
      </p:sp>
      <p:sp>
        <p:nvSpPr>
          <p:cNvPr id="57" name="文本框 56"/>
          <p:cNvSpPr txBox="1"/>
          <p:nvPr>
            <p:custDataLst>
              <p:tags r:id="rId54"/>
            </p:custDataLst>
          </p:nvPr>
        </p:nvSpPr>
        <p:spPr>
          <a:xfrm>
            <a:off x="5831205" y="7800340"/>
            <a:ext cx="1583055" cy="3797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>
                <a:sym typeface="+mn-ea"/>
              </a:rPr>
              <a:t>星形</a:t>
            </a:r>
            <a:r>
              <a:rPr lang="zh-CN" altLang="en-US">
                <a:sym typeface="+mn-ea"/>
              </a:rPr>
              <a:t>件</a:t>
            </a:r>
            <a:endParaRPr lang="zh-CN" altLang="en-US">
              <a:sym typeface="+mn-ea"/>
            </a:endParaRPr>
          </a:p>
        </p:txBody>
      </p:sp>
      <p:sp>
        <p:nvSpPr>
          <p:cNvPr id="58" name="文本框 57"/>
          <p:cNvSpPr txBox="1"/>
          <p:nvPr>
            <p:custDataLst>
              <p:tags r:id="rId55"/>
            </p:custDataLst>
          </p:nvPr>
        </p:nvSpPr>
        <p:spPr>
          <a:xfrm>
            <a:off x="7841615" y="7807960"/>
            <a:ext cx="1583055" cy="3797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>
                <a:sym typeface="+mn-ea"/>
              </a:rPr>
              <a:t>三通</a:t>
            </a:r>
            <a:r>
              <a:rPr lang="zh-CN" altLang="en-US">
                <a:sym typeface="+mn-ea"/>
              </a:rPr>
              <a:t>接头</a:t>
            </a:r>
            <a:endParaRPr lang="zh-CN" altLang="en-US">
              <a:sym typeface="+mn-ea"/>
            </a:endParaRPr>
          </a:p>
        </p:txBody>
      </p:sp>
      <p:sp>
        <p:nvSpPr>
          <p:cNvPr id="59" name="文本框 58"/>
          <p:cNvSpPr txBox="1"/>
          <p:nvPr>
            <p:custDataLst>
              <p:tags r:id="rId56"/>
            </p:custDataLst>
          </p:nvPr>
        </p:nvSpPr>
        <p:spPr>
          <a:xfrm>
            <a:off x="9777730" y="7780020"/>
            <a:ext cx="1583055" cy="3797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>
                <a:sym typeface="+mn-ea"/>
              </a:rPr>
              <a:t>螺纹</a:t>
            </a:r>
            <a:r>
              <a:rPr lang="zh-CN" altLang="en-US">
                <a:sym typeface="+mn-ea"/>
              </a:rPr>
              <a:t>件</a:t>
            </a:r>
            <a:endParaRPr lang="zh-CN" altLang="en-US">
              <a:sym typeface="+mn-ea"/>
            </a:endParaRPr>
          </a:p>
        </p:txBody>
      </p:sp>
      <p:sp>
        <p:nvSpPr>
          <p:cNvPr id="60" name="文本框 59"/>
          <p:cNvSpPr txBox="1"/>
          <p:nvPr>
            <p:custDataLst>
              <p:tags r:id="rId57"/>
            </p:custDataLst>
          </p:nvPr>
        </p:nvSpPr>
        <p:spPr>
          <a:xfrm>
            <a:off x="11664315" y="7807960"/>
            <a:ext cx="1583055" cy="3797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>
                <a:sym typeface="+mn-ea"/>
              </a:rPr>
              <a:t>垫圈</a:t>
            </a:r>
            <a:endParaRPr lang="zh-CN" altLang="en-US">
              <a:sym typeface="+mn-ea"/>
            </a:endParaRPr>
          </a:p>
        </p:txBody>
      </p:sp>
      <p:sp>
        <p:nvSpPr>
          <p:cNvPr id="2" name="文本框 1"/>
          <p:cNvSpPr txBox="1"/>
          <p:nvPr>
            <p:custDataLst>
              <p:tags r:id="rId58"/>
            </p:custDataLst>
          </p:nvPr>
        </p:nvSpPr>
        <p:spPr>
          <a:xfrm>
            <a:off x="-171450" y="5734685"/>
            <a:ext cx="21316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/>
              <a:t>方形发动机冷却器</a:t>
            </a:r>
            <a:endParaRPr lang="zh-CN" alt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59.84789505801496,&quot;left&quot;:0.014546122104889037,&quot;top&quot;:0.05210494198504421,&quot;width&quot;:301.1448822135145}"/>
</p:tagLst>
</file>

<file path=ppt/tags/tag2.xml><?xml version="1.0" encoding="utf-8"?>
<p:tagLst xmlns:p="http://schemas.openxmlformats.org/presentationml/2006/main">
  <p:tag name="KSO_WM_DIAGRAM_VIRTUALLY_FRAME" val="{&quot;height&quot;:159.84789505801496,&quot;left&quot;:0.014546122104889037,&quot;top&quot;:0.05210494198504421,&quot;width&quot;:301.1448822135145}"/>
</p:tagLst>
</file>

<file path=ppt/tags/tag3.xml><?xml version="1.0" encoding="utf-8"?>
<p:tagLst xmlns:p="http://schemas.openxmlformats.org/presentationml/2006/main">
  <p:tag name="KSO_WM_DIAGRAM_VIRTUALLY_FRAME" val="{&quot;height&quot;:159.84789505801496,&quot;left&quot;:0.014546122104889037,&quot;top&quot;:0.05210494198504421,&quot;width&quot;:301.1448822135145}"/>
</p:tagLst>
</file>

<file path=ppt/tags/tag4.xml><?xml version="1.0" encoding="utf-8"?>
<p:tagLst xmlns:p="http://schemas.openxmlformats.org/presentationml/2006/main">
  <p:tag name="KSO_WM_DIAGRAM_VIRTUALLY_FRAME" val="{&quot;height&quot;:159.84789505801496,&quot;left&quot;:0.014546122104889037,&quot;top&quot;:0.05210494198504421,&quot;width&quot;:301.1448822135145}"/>
</p:tagLst>
</file>

<file path=ppt/tags/tag5.xml><?xml version="1.0" encoding="utf-8"?>
<p:tagLst xmlns:p="http://schemas.openxmlformats.org/presentationml/2006/main">
  <p:tag name="KSO_WM_DIAGRAM_VIRTUALLY_FRAME" val="{&quot;height&quot;:159.84789505801496,&quot;left&quot;:0.014546122104889037,&quot;top&quot;:0.05210494198504421,&quot;width&quot;:301.1448822135145}"/>
</p:tagLst>
</file>

<file path=ppt/tags/tag6.xml><?xml version="1.0" encoding="utf-8"?>
<p:tagLst xmlns:p="http://schemas.openxmlformats.org/presentationml/2006/main">
  <p:tag name="KSO_WM_DIAGRAM_VIRTUALLY_FRAME" val="{&quot;height&quot;:159.84789505801496,&quot;left&quot;:0.014546122104889037,&quot;top&quot;:0.05210494198504421,&quot;width&quot;:301.1448822135145}"/>
</p:tagLst>
</file>

<file path=ppt/tags/tag7.xml><?xml version="1.0" encoding="utf-8"?>
<p:tagLst xmlns:p="http://schemas.openxmlformats.org/presentationml/2006/main">
  <p:tag name="KSO_WM_DIAGRAM_VIRTUALLY_FRAME" val="{&quot;height&quot;:159.84789505801496,&quot;left&quot;:0.014546122104889037,&quot;top&quot;:0.05210494198504421,&quot;width&quot;:301.1448822135145}"/>
</p:tagLst>
</file>

<file path=ppt/tags/tag8.xml><?xml version="1.0" encoding="utf-8"?>
<p:tagLst xmlns:p="http://schemas.openxmlformats.org/presentationml/2006/main">
  <p:tag name="KSO_WM_DIAGRAM_VIRTUALLY_FRAME" val="{&quot;height&quot;:159.84789505801496,&quot;left&quot;:0.014546122104889037,&quot;top&quot;:0.05210494198504421,&quot;width&quot;:301.1448822135145}"/>
</p:tagLst>
</file>

<file path=ppt/tags/tag9.xml><?xml version="1.0" encoding="utf-8"?>
<p:tagLst xmlns:p="http://schemas.openxmlformats.org/presentationml/2006/main">
  <p:tag name="KSO_WM_DIAGRAM_VIRTUALLY_FRAME" val="{&quot;height&quot;:159.84789505801496,&quot;left&quot;:0.014546122104889037,&quot;top&quot;:0.05210494198504421,&quot;width&quot;:301.1448822135145}"/>
</p:tagLst>
</file>

<file path=ppt/tags/tag10.xml><?xml version="1.0" encoding="utf-8"?>
<p:tagLst xmlns:p="http://schemas.openxmlformats.org/presentationml/2006/main">
  <p:tag name="KSO_WM_DIAGRAM_VIRTUALLY_FRAME" val="{&quot;height&quot;:159.84789505801496,&quot;left&quot;:0.014546122104889037,&quot;top&quot;:0.05210494198504421,&quot;width&quot;:301.1448822135145}"/>
</p:tagLst>
</file>

<file path=ppt/tags/tag11.xml><?xml version="1.0" encoding="utf-8"?>
<p:tagLst xmlns:p="http://schemas.openxmlformats.org/presentationml/2006/main">
  <p:tag name="KSO_WM_DIAGRAM_VIRTUALLY_FRAME" val="{&quot;height&quot;:159.84789505801496,&quot;left&quot;:0.014546122104889037,&quot;top&quot;:0.05210494198504421,&quot;width&quot;:301.1448822135145}"/>
</p:tagLst>
</file>

<file path=ppt/tags/tag12.xml><?xml version="1.0" encoding="utf-8"?>
<p:tagLst xmlns:p="http://schemas.openxmlformats.org/presentationml/2006/main">
  <p:tag name="KSO_WM_DIAGRAM_VIRTUALLY_FRAME" val="{&quot;height&quot;:159.84789505801496,&quot;left&quot;:0.014546122104889037,&quot;top&quot;:0.05210494198504421,&quot;width&quot;:301.1448822135145}"/>
</p:tagLst>
</file>

<file path=ppt/tags/tag13.xml><?xml version="1.0" encoding="utf-8"?>
<p:tagLst xmlns:p="http://schemas.openxmlformats.org/presentationml/2006/main">
  <p:tag name="KSO_WM_DIAGRAM_VIRTUALLY_FRAME" val="{&quot;height&quot;:159.84789505801496,&quot;left&quot;:0.014546122104889037,&quot;top&quot;:0.05210494198504421,&quot;width&quot;:301.1448822135145}"/>
</p:tagLst>
</file>

<file path=ppt/tags/tag14.xml><?xml version="1.0" encoding="utf-8"?>
<p:tagLst xmlns:p="http://schemas.openxmlformats.org/presentationml/2006/main">
  <p:tag name="KSO_WM_DIAGRAM_VIRTUALLY_FRAME" val="{&quot;height&quot;:159.84789505801496,&quot;left&quot;:0.014546122104889037,&quot;top&quot;:0.05210494198504421,&quot;width&quot;:301.1448822135145}"/>
</p:tagLst>
</file>

<file path=ppt/tags/tag15.xml><?xml version="1.0" encoding="utf-8"?>
<p:tagLst xmlns:p="http://schemas.openxmlformats.org/presentationml/2006/main">
  <p:tag name="KSO_WM_DIAGRAM_VIRTUALLY_FRAME" val="{&quot;height&quot;:159.84789505801496,&quot;left&quot;:0.014546122104889037,&quot;top&quot;:0.05210494198504421,&quot;width&quot;:301.1448822135145}"/>
</p:tagLst>
</file>

<file path=ppt/tags/tag16.xml><?xml version="1.0" encoding="utf-8"?>
<p:tagLst xmlns:p="http://schemas.openxmlformats.org/presentationml/2006/main">
  <p:tag name="KSO_WM_DIAGRAM_VIRTUALLY_FRAME" val="{&quot;height&quot;:159.84789505801496,&quot;left&quot;:0.014546122104889037,&quot;top&quot;:0.05210494198504421,&quot;width&quot;:301.1448822135145}"/>
</p:tagLst>
</file>

<file path=ppt/tags/tag17.xml><?xml version="1.0" encoding="utf-8"?>
<p:tagLst xmlns:p="http://schemas.openxmlformats.org/presentationml/2006/main">
  <p:tag name="KSO_WM_DIAGRAM_VIRTUALLY_FRAME" val="{&quot;height&quot;:159.84789505801496,&quot;left&quot;:0.014546122104889037,&quot;top&quot;:0.05210494198504421,&quot;width&quot;:301.1448822135145}"/>
</p:tagLst>
</file>

<file path=ppt/tags/tag18.xml><?xml version="1.0" encoding="utf-8"?>
<p:tagLst xmlns:p="http://schemas.openxmlformats.org/presentationml/2006/main">
  <p:tag name="KSO_WM_DIAGRAM_VIRTUALLY_FRAME" val="{&quot;height&quot;:159.84789505801496,&quot;left&quot;:0.014546122104889037,&quot;top&quot;:0.05210494198504421,&quot;width&quot;:301.1448822135145}"/>
</p:tagLst>
</file>

<file path=ppt/tags/tag19.xml><?xml version="1.0" encoding="utf-8"?>
<p:tagLst xmlns:p="http://schemas.openxmlformats.org/presentationml/2006/main">
  <p:tag name="KSO_WM_DIAGRAM_VIRTUALLY_FRAME" val="{&quot;height&quot;:159.84789505801496,&quot;left&quot;:0.014546122104889037,&quot;top&quot;:0.05210494198504421,&quot;width&quot;:301.1448822135145}"/>
</p:tagLst>
</file>

<file path=ppt/tags/tag20.xml><?xml version="1.0" encoding="utf-8"?>
<p:tagLst xmlns:p="http://schemas.openxmlformats.org/presentationml/2006/main">
  <p:tag name="KSO_WM_DIAGRAM_VIRTUALLY_FRAME" val="{&quot;height&quot;:159.84789505801496,&quot;left&quot;:0.014546122104889037,&quot;top&quot;:0.05210494198504421,&quot;width&quot;:301.1448822135145}"/>
</p:tagLst>
</file>

<file path=ppt/tags/tag21.xml><?xml version="1.0" encoding="utf-8"?>
<p:tagLst xmlns:p="http://schemas.openxmlformats.org/presentationml/2006/main">
  <p:tag name="KSO_WM_DIAGRAM_VIRTUALLY_FRAME" val="{&quot;height&quot;:159.84789505801496,&quot;left&quot;:0.014546122104889037,&quot;top&quot;:0.05210494198504421,&quot;width&quot;:301.1448822135145}"/>
</p:tagLst>
</file>

<file path=ppt/tags/tag22.xml><?xml version="1.0" encoding="utf-8"?>
<p:tagLst xmlns:p="http://schemas.openxmlformats.org/presentationml/2006/main">
  <p:tag name="KSO_WM_DIAGRAM_VIRTUALLY_FRAME" val="{&quot;height&quot;:159.84789505801496,&quot;left&quot;:0.014546122104889037,&quot;top&quot;:0.05210494198504421,&quot;width&quot;:301.1448822135145}"/>
</p:tagLst>
</file>

<file path=ppt/tags/tag23.xml><?xml version="1.0" encoding="utf-8"?>
<p:tagLst xmlns:p="http://schemas.openxmlformats.org/presentationml/2006/main">
  <p:tag name="KSO_WM_DIAGRAM_VIRTUALLY_FRAME" val="{&quot;height&quot;:159.84789505801496,&quot;left&quot;:0.014546122104889037,&quot;top&quot;:0.05210494198504421,&quot;width&quot;:301.1448822135145}"/>
</p:tagLst>
</file>

<file path=ppt/tags/tag24.xml><?xml version="1.0" encoding="utf-8"?>
<p:tagLst xmlns:p="http://schemas.openxmlformats.org/presentationml/2006/main">
  <p:tag name="KSO_WM_DIAGRAM_VIRTUALLY_FRAME" val="{&quot;height&quot;:159.84789505801496,&quot;left&quot;:0.014546122104889037,&quot;top&quot;:0.05210494198504421,&quot;width&quot;:301.1448822135145}"/>
</p:tagLst>
</file>

<file path=ppt/tags/tag25.xml><?xml version="1.0" encoding="utf-8"?>
<p:tagLst xmlns:p="http://schemas.openxmlformats.org/presentationml/2006/main">
  <p:tag name="KSO_WM_DIAGRAM_VIRTUALLY_FRAME" val="{&quot;height&quot;:159.84789505801496,&quot;left&quot;:0.014546122104889037,&quot;top&quot;:0.05210494198504421,&quot;width&quot;:301.1448822135145}"/>
</p:tagLst>
</file>

<file path=ppt/tags/tag26.xml><?xml version="1.0" encoding="utf-8"?>
<p:tagLst xmlns:p="http://schemas.openxmlformats.org/presentationml/2006/main">
  <p:tag name="KSO_WM_DIAGRAM_VIRTUALLY_FRAME" val="{&quot;height&quot;:159.84789505801496,&quot;left&quot;:0.014546122104889037,&quot;top&quot;:0.05210494198504421,&quot;width&quot;:301.1448822135145}"/>
</p:tagLst>
</file>

<file path=ppt/tags/tag27.xml><?xml version="1.0" encoding="utf-8"?>
<p:tagLst xmlns:p="http://schemas.openxmlformats.org/presentationml/2006/main">
  <p:tag name="KSO_WM_DIAGRAM_VIRTUALLY_FRAME" val="{&quot;height&quot;:159.84789505801496,&quot;left&quot;:0.014546122104889037,&quot;top&quot;:0.05210494198504421,&quot;width&quot;:301.1448822135145}"/>
</p:tagLst>
</file>

<file path=ppt/tags/tag28.xml><?xml version="1.0" encoding="utf-8"?>
<p:tagLst xmlns:p="http://schemas.openxmlformats.org/presentationml/2006/main">
  <p:tag name="KSO_WM_DIAGRAM_VIRTUALLY_FRAME" val="{&quot;height&quot;:159.84789505801496,&quot;left&quot;:0.014546122104889037,&quot;top&quot;:0.05210494198504421,&quot;width&quot;:301.1448822135145}"/>
</p:tagLst>
</file>

<file path=ppt/tags/tag29.xml><?xml version="1.0" encoding="utf-8"?>
<p:tagLst xmlns:p="http://schemas.openxmlformats.org/presentationml/2006/main">
  <p:tag name="KSO_WM_DIAGRAM_VIRTUALLY_FRAME" val="{&quot;height&quot;:159.84789505801496,&quot;left&quot;:0.014546122104889037,&quot;top&quot;:0.05210494198504421,&quot;width&quot;:301.1448822135145}"/>
</p:tagLst>
</file>

<file path=ppt/tags/tag30.xml><?xml version="1.0" encoding="utf-8"?>
<p:tagLst xmlns:p="http://schemas.openxmlformats.org/presentationml/2006/main">
  <p:tag name="KSO_WM_DIAGRAM_VIRTUALLY_FRAME" val="{&quot;height&quot;:159.84789505801496,&quot;left&quot;:0.014546122104889037,&quot;top&quot;:0.05210494198504421,&quot;width&quot;:301.1448822135145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113</Words>
  <Application>WPS 演示</Application>
  <PresentationFormat>宽屏</PresentationFormat>
  <Paragraphs>56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Arial</vt:lpstr>
      <vt:lpstr>宋体</vt:lpstr>
      <vt:lpstr>Wingdings</vt:lpstr>
      <vt:lpstr>微软雅黑</vt:lpstr>
      <vt:lpstr>Calibri</vt:lpstr>
      <vt:lpstr>Arial Unicode MS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 Wilson</dc:creator>
  <cp:lastModifiedBy>蒲小波</cp:lastModifiedBy>
  <cp:revision>9</cp:revision>
  <dcterms:created xsi:type="dcterms:W3CDTF">2023-08-09T12:44:00Z</dcterms:created>
  <dcterms:modified xsi:type="dcterms:W3CDTF">2026-04-12T08:08:35Z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2052-12.1.0.25222</vt:lpwstr>
  </property>
  <property fmtid="{D5CDD505-2E9C-101B-9397-08002B2CF9AE}" pid="3" name="ICV">
    <vt:lpwstr>10E50DDC4EEB4713A182C5BE15FAA0D4_12</vt:lpwstr>
  </property>
</Properties>
</file>