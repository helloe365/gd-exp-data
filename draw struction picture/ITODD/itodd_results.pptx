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143998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19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4519"/>
        <p:guide pos="37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62" y="2356888"/>
            <a:ext cx="9146173" cy="501380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362" y="7564043"/>
            <a:ext cx="9146173" cy="347699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9435" indent="0" algn="ctr">
              <a:buNone/>
              <a:defRPr sz="2135"/>
            </a:lvl4pPr>
            <a:lvl5pPr marL="2439035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48" y="3590337"/>
            <a:ext cx="10518099" cy="599056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048" y="9637571"/>
            <a:ext cx="10518099" cy="315029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9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90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99" y="3833692"/>
            <a:ext cx="5182832" cy="913752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667" y="3833692"/>
            <a:ext cx="5182832" cy="913752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88" y="766738"/>
            <a:ext cx="10518099" cy="27835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88" y="3530331"/>
            <a:ext cx="5159013" cy="1730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9435" indent="0">
              <a:buNone/>
              <a:defRPr sz="2135" b="1"/>
            </a:lvl4pPr>
            <a:lvl5pPr marL="2439035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88" y="5260492"/>
            <a:ext cx="5159013" cy="773739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667" y="3530331"/>
            <a:ext cx="5184420" cy="17301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9435" indent="0">
              <a:buNone/>
              <a:defRPr sz="2135" b="1"/>
            </a:lvl4pPr>
            <a:lvl5pPr marL="2439035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667" y="5260492"/>
            <a:ext cx="5184420" cy="773739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88" y="960091"/>
            <a:ext cx="3933172" cy="3360314"/>
          </a:xfrm>
        </p:spPr>
        <p:txBody>
          <a:bodyPr anchor="b"/>
          <a:lstStyle>
            <a:lvl1pPr>
              <a:defRPr sz="42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420" y="2073528"/>
            <a:ext cx="6173667" cy="10234292"/>
          </a:xfrm>
        </p:spPr>
        <p:txBody>
          <a:bodyPr/>
          <a:lstStyle>
            <a:lvl1pPr>
              <a:defRPr sz="4270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88" y="4320405"/>
            <a:ext cx="3933172" cy="800408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9435" indent="0">
              <a:buNone/>
              <a:defRPr sz="1330"/>
            </a:lvl4pPr>
            <a:lvl5pPr marL="2439035" indent="0">
              <a:buNone/>
              <a:defRPr sz="1330"/>
            </a:lvl5pPr>
            <a:lvl6pPr marL="3048000" indent="0">
              <a:buNone/>
              <a:defRPr sz="1330"/>
            </a:lvl6pPr>
            <a:lvl7pPr marL="3657600" indent="0">
              <a:buNone/>
              <a:defRPr sz="1330"/>
            </a:lvl7pPr>
            <a:lvl8pPr marL="4267835" indent="0">
              <a:buNone/>
              <a:defRPr sz="1330"/>
            </a:lvl8pPr>
            <a:lvl9pPr marL="4877435" indent="0">
              <a:buNone/>
              <a:defRPr sz="13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88" y="960091"/>
            <a:ext cx="3933172" cy="3360314"/>
          </a:xfrm>
        </p:spPr>
        <p:txBody>
          <a:bodyPr anchor="b"/>
          <a:lstStyle>
            <a:lvl1pPr>
              <a:defRPr sz="42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420" y="2073528"/>
            <a:ext cx="6173667" cy="10234292"/>
          </a:xfrm>
        </p:spPr>
        <p:txBody>
          <a:bodyPr/>
          <a:lstStyle>
            <a:lvl1pPr marL="0" indent="0">
              <a:buNone/>
              <a:defRPr sz="427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9435" indent="0">
              <a:buNone/>
              <a:defRPr sz="2665"/>
            </a:lvl4pPr>
            <a:lvl5pPr marL="2439035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835" indent="0">
              <a:buNone/>
              <a:defRPr sz="2665"/>
            </a:lvl8pPr>
            <a:lvl9pPr marL="4877435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88" y="4320405"/>
            <a:ext cx="3933172" cy="800408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9435" indent="0">
              <a:buNone/>
              <a:defRPr sz="1330"/>
            </a:lvl4pPr>
            <a:lvl5pPr marL="2439035" indent="0">
              <a:buNone/>
              <a:defRPr sz="1330"/>
            </a:lvl5pPr>
            <a:lvl6pPr marL="3048000" indent="0">
              <a:buNone/>
              <a:defRPr sz="1330"/>
            </a:lvl6pPr>
            <a:lvl7pPr marL="3657600" indent="0">
              <a:buNone/>
              <a:defRPr sz="1330"/>
            </a:lvl7pPr>
            <a:lvl8pPr marL="4267835" indent="0">
              <a:buNone/>
              <a:defRPr sz="1330"/>
            </a:lvl8pPr>
            <a:lvl9pPr marL="4877435" indent="0">
              <a:buNone/>
              <a:defRPr sz="13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6974" y="766738"/>
            <a:ext cx="2629525" cy="122044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99" y="766738"/>
            <a:ext cx="7736138" cy="122044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99" y="766738"/>
            <a:ext cx="10518099" cy="278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99" y="3833692"/>
            <a:ext cx="10518099" cy="9137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99" y="13347917"/>
            <a:ext cx="2743852" cy="7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560" y="13347917"/>
            <a:ext cx="4115778" cy="7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646" y="13347917"/>
            <a:ext cx="2743852" cy="76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8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 txBox="1"/>
          <p:nvPr/>
        </p:nvSpPr>
        <p:spPr>
          <a:xfrm>
            <a:off x="347382" y="310"/>
            <a:ext cx="847804" cy="29593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8" name="文本框 17"/>
          <p:cNvSpPr txBox="1"/>
          <p:nvPr/>
        </p:nvSpPr>
        <p:spPr>
          <a:xfrm>
            <a:off x="1897566" y="945"/>
            <a:ext cx="1106908" cy="295302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51" name="文本框 50"/>
          <p:cNvSpPr txBox="1"/>
          <p:nvPr/>
        </p:nvSpPr>
        <p:spPr>
          <a:xfrm>
            <a:off x="3589369" y="310"/>
            <a:ext cx="1096747" cy="29593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52" name="文本框 51"/>
          <p:cNvSpPr txBox="1"/>
          <p:nvPr/>
        </p:nvSpPr>
        <p:spPr>
          <a:xfrm>
            <a:off x="559435" y="1813560"/>
            <a:ext cx="3800475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engine part cooler round</a:t>
            </a:r>
            <a:endParaRPr lang="en-US" altLang="zh-CN" sz="1400"/>
          </a:p>
        </p:txBody>
      </p:sp>
      <p:pic>
        <p:nvPicPr>
          <p:cNvPr id="12" name="图片 11" descr="itodd_cross_scene_test_epoch0_1_88_1_89_14_predonly_predicted_mask"/>
          <p:cNvPicPr>
            <a:picLocks noChangeAspect="1"/>
          </p:cNvPicPr>
          <p:nvPr/>
        </p:nvPicPr>
        <p:blipFill>
          <a:blip r:embed="rId1"/>
          <a:srcRect l="54960" t="39845" r="5776" b="34700"/>
          <a:stretch>
            <a:fillRect/>
          </a:stretch>
        </p:blipFill>
        <p:spPr>
          <a:xfrm>
            <a:off x="1687908" y="296002"/>
            <a:ext cx="1526611" cy="1519625"/>
          </a:xfrm>
          <a:prstGeom prst="rect">
            <a:avLst/>
          </a:prstGeom>
        </p:spPr>
      </p:pic>
      <p:pic>
        <p:nvPicPr>
          <p:cNvPr id="13" name="图片 12" descr="itodd_cross_scene_test_epoch0_1_88_1_89_14_predonly_predicted_pose"/>
          <p:cNvPicPr>
            <a:picLocks noChangeAspect="1"/>
          </p:cNvPicPr>
          <p:nvPr/>
        </p:nvPicPr>
        <p:blipFill>
          <a:blip r:embed="rId2"/>
          <a:srcRect l="2020" t="9625" r="54323" b="4370"/>
          <a:stretch>
            <a:fillRect/>
          </a:stretch>
        </p:blipFill>
        <p:spPr>
          <a:xfrm>
            <a:off x="0" y="296002"/>
            <a:ext cx="1534866" cy="1519625"/>
          </a:xfrm>
          <a:prstGeom prst="rect">
            <a:avLst/>
          </a:prstGeom>
        </p:spPr>
      </p:pic>
      <p:pic>
        <p:nvPicPr>
          <p:cNvPr id="14" name="图片 13" descr="itodd_cross_scene_test_epoch0_1_88_1_89_14_predonly_predicted_pose"/>
          <p:cNvPicPr>
            <a:picLocks noChangeAspect="1"/>
          </p:cNvPicPr>
          <p:nvPr/>
        </p:nvPicPr>
        <p:blipFill>
          <a:blip r:embed="rId2"/>
          <a:srcRect l="54484" t="9625" r="1737" b="4370"/>
          <a:stretch>
            <a:fillRect/>
          </a:stretch>
        </p:blipFill>
        <p:spPr>
          <a:xfrm>
            <a:off x="3367561" y="296002"/>
            <a:ext cx="1539946" cy="152026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618126" y="945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9" name="文本框 18"/>
          <p:cNvSpPr txBox="1"/>
          <p:nvPr/>
        </p:nvSpPr>
        <p:spPr>
          <a:xfrm>
            <a:off x="7168310" y="1580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8860113" y="945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5906770" y="1816735"/>
            <a:ext cx="366585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thin flat star-shaped metal part </a:t>
            </a:r>
            <a:r>
              <a:rPr lang="en-US" altLang="zh-CN" sz="1400"/>
              <a:t>star</a:t>
            </a:r>
            <a:endParaRPr lang="en-US" altLang="zh-CN" sz="1400"/>
          </a:p>
        </p:txBody>
      </p:sp>
      <p:sp>
        <p:nvSpPr>
          <p:cNvPr id="25" name="文本框 24"/>
          <p:cNvSpPr txBox="1"/>
          <p:nvPr/>
        </p:nvSpPr>
        <p:spPr>
          <a:xfrm>
            <a:off x="351191" y="2195607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26" name="文本框 25"/>
          <p:cNvSpPr txBox="1"/>
          <p:nvPr/>
        </p:nvSpPr>
        <p:spPr>
          <a:xfrm>
            <a:off x="1901376" y="2196242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27" name="文本框 26"/>
          <p:cNvSpPr txBox="1"/>
          <p:nvPr/>
        </p:nvSpPr>
        <p:spPr>
          <a:xfrm>
            <a:off x="3593179" y="2195607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28" name="文本框 27"/>
          <p:cNvSpPr txBox="1"/>
          <p:nvPr/>
        </p:nvSpPr>
        <p:spPr>
          <a:xfrm>
            <a:off x="466725" y="4027170"/>
            <a:ext cx="389318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long thin flat metal handle handle</a:t>
            </a:r>
            <a:endParaRPr lang="en-US" altLang="zh-CN" sz="1400"/>
          </a:p>
        </p:txBody>
      </p:sp>
      <p:sp>
        <p:nvSpPr>
          <p:cNvPr id="32" name="文本框 31"/>
          <p:cNvSpPr txBox="1"/>
          <p:nvPr/>
        </p:nvSpPr>
        <p:spPr>
          <a:xfrm>
            <a:off x="5621936" y="2196242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7172121" y="2196877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34" name="文本框 33"/>
          <p:cNvSpPr txBox="1"/>
          <p:nvPr/>
        </p:nvSpPr>
        <p:spPr>
          <a:xfrm>
            <a:off x="8863923" y="2196242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35" name="文本框 34"/>
          <p:cNvSpPr txBox="1"/>
          <p:nvPr/>
        </p:nvSpPr>
        <p:spPr>
          <a:xfrm>
            <a:off x="6219825" y="4011930"/>
            <a:ext cx="303974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engine part cooler square</a:t>
            </a:r>
            <a:endParaRPr lang="en-US" altLang="zh-CN" sz="1400"/>
          </a:p>
        </p:txBody>
      </p:sp>
      <p:sp>
        <p:nvSpPr>
          <p:cNvPr id="39" name="文本框 38"/>
          <p:cNvSpPr txBox="1"/>
          <p:nvPr/>
        </p:nvSpPr>
        <p:spPr>
          <a:xfrm>
            <a:off x="347381" y="4369948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1897566" y="4370583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41" name="文本框 40"/>
          <p:cNvSpPr txBox="1"/>
          <p:nvPr/>
        </p:nvSpPr>
        <p:spPr>
          <a:xfrm>
            <a:off x="3589368" y="4369948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42" name="文本框 41"/>
          <p:cNvSpPr txBox="1"/>
          <p:nvPr/>
        </p:nvSpPr>
        <p:spPr>
          <a:xfrm>
            <a:off x="1258062" y="6185570"/>
            <a:ext cx="2387187" cy="34864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engine part cover</a:t>
            </a:r>
            <a:endParaRPr lang="en-US" altLang="zh-CN" sz="1400"/>
          </a:p>
        </p:txBody>
      </p:sp>
      <p:sp>
        <p:nvSpPr>
          <p:cNvPr id="46" name="文本框 45"/>
          <p:cNvSpPr txBox="1"/>
          <p:nvPr/>
        </p:nvSpPr>
        <p:spPr>
          <a:xfrm>
            <a:off x="5618126" y="4370583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47" name="文本框 46"/>
          <p:cNvSpPr txBox="1"/>
          <p:nvPr/>
        </p:nvSpPr>
        <p:spPr>
          <a:xfrm>
            <a:off x="7168310" y="4371218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48" name="文本框 47"/>
          <p:cNvSpPr txBox="1"/>
          <p:nvPr/>
        </p:nvSpPr>
        <p:spPr>
          <a:xfrm>
            <a:off x="8860113" y="4370583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49" name="文本框 48"/>
          <p:cNvSpPr txBox="1"/>
          <p:nvPr/>
        </p:nvSpPr>
        <p:spPr>
          <a:xfrm>
            <a:off x="6089015" y="6185535"/>
            <a:ext cx="330073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black metal</a:t>
            </a:r>
            <a:r>
              <a:rPr lang="en-US" altLang="zh-CN" sz="1400"/>
              <a:t>screw black</a:t>
            </a:r>
            <a:endParaRPr lang="en-US" altLang="zh-CN" sz="1400"/>
          </a:p>
        </p:txBody>
      </p:sp>
      <p:sp>
        <p:nvSpPr>
          <p:cNvPr id="118" name="文本框 117"/>
          <p:cNvSpPr txBox="1"/>
          <p:nvPr/>
        </p:nvSpPr>
        <p:spPr>
          <a:xfrm>
            <a:off x="351191" y="6565245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19" name="文本框 118"/>
          <p:cNvSpPr txBox="1"/>
          <p:nvPr/>
        </p:nvSpPr>
        <p:spPr>
          <a:xfrm>
            <a:off x="1901376" y="6565880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20" name="文本框 119"/>
          <p:cNvSpPr txBox="1"/>
          <p:nvPr/>
        </p:nvSpPr>
        <p:spPr>
          <a:xfrm>
            <a:off x="3593179" y="6565245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21" name="文本框 120"/>
          <p:cNvSpPr txBox="1"/>
          <p:nvPr/>
        </p:nvSpPr>
        <p:spPr>
          <a:xfrm>
            <a:off x="650875" y="8381365"/>
            <a:ext cx="361759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black metal </a:t>
            </a:r>
            <a:r>
              <a:rPr lang="en-US" altLang="zh-CN" sz="1400"/>
              <a:t>screw black</a:t>
            </a:r>
            <a:endParaRPr lang="en-US" altLang="zh-CN" sz="1400"/>
          </a:p>
        </p:txBody>
      </p:sp>
      <p:sp>
        <p:nvSpPr>
          <p:cNvPr id="125" name="文本框 124"/>
          <p:cNvSpPr txBox="1"/>
          <p:nvPr/>
        </p:nvSpPr>
        <p:spPr>
          <a:xfrm>
            <a:off x="5621936" y="6565880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26" name="文本框 125"/>
          <p:cNvSpPr txBox="1"/>
          <p:nvPr/>
        </p:nvSpPr>
        <p:spPr>
          <a:xfrm>
            <a:off x="7172121" y="6566515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27" name="文本框 126"/>
          <p:cNvSpPr txBox="1"/>
          <p:nvPr/>
        </p:nvSpPr>
        <p:spPr>
          <a:xfrm>
            <a:off x="8863923" y="6565880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28" name="文本框 127"/>
          <p:cNvSpPr txBox="1"/>
          <p:nvPr/>
        </p:nvSpPr>
        <p:spPr>
          <a:xfrm>
            <a:off x="5906770" y="8397240"/>
            <a:ext cx="364363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small dome-shaped metal cap</a:t>
            </a:r>
            <a:endParaRPr lang="en-US" altLang="zh-CN" sz="1400"/>
          </a:p>
        </p:txBody>
      </p:sp>
      <p:sp>
        <p:nvSpPr>
          <p:cNvPr id="160" name="文本框 159"/>
          <p:cNvSpPr txBox="1"/>
          <p:nvPr/>
        </p:nvSpPr>
        <p:spPr>
          <a:xfrm>
            <a:off x="351191" y="8712914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61" name="文本框 160"/>
          <p:cNvSpPr txBox="1"/>
          <p:nvPr/>
        </p:nvSpPr>
        <p:spPr>
          <a:xfrm>
            <a:off x="1901376" y="8713549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62" name="文本框 161"/>
          <p:cNvSpPr txBox="1"/>
          <p:nvPr/>
        </p:nvSpPr>
        <p:spPr>
          <a:xfrm>
            <a:off x="3593179" y="8712914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63" name="文本框 162"/>
          <p:cNvSpPr txBox="1"/>
          <p:nvPr/>
        </p:nvSpPr>
        <p:spPr>
          <a:xfrm>
            <a:off x="284480" y="10528300"/>
            <a:ext cx="425767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short metal cylinder with external threads</a:t>
            </a:r>
            <a:endParaRPr lang="en-US" altLang="zh-CN" sz="1400"/>
          </a:p>
        </p:txBody>
      </p:sp>
      <p:sp>
        <p:nvSpPr>
          <p:cNvPr id="167" name="文本框 166"/>
          <p:cNvSpPr txBox="1"/>
          <p:nvPr/>
        </p:nvSpPr>
        <p:spPr>
          <a:xfrm>
            <a:off x="5621936" y="8713549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68" name="文本框 167"/>
          <p:cNvSpPr txBox="1"/>
          <p:nvPr/>
        </p:nvSpPr>
        <p:spPr>
          <a:xfrm>
            <a:off x="7172121" y="8714184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69" name="文本框 168"/>
          <p:cNvSpPr txBox="1"/>
          <p:nvPr/>
        </p:nvSpPr>
        <p:spPr>
          <a:xfrm>
            <a:off x="8863923" y="8713549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70" name="文本框 169"/>
          <p:cNvSpPr txBox="1"/>
          <p:nvPr/>
        </p:nvSpPr>
        <p:spPr>
          <a:xfrm>
            <a:off x="6152515" y="10523855"/>
            <a:ext cx="317373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small dome-shaped metal cap</a:t>
            </a:r>
            <a:endParaRPr lang="en-US" altLang="zh-CN" sz="1400"/>
          </a:p>
        </p:txBody>
      </p:sp>
      <p:sp>
        <p:nvSpPr>
          <p:cNvPr id="174" name="文本框 173"/>
          <p:cNvSpPr txBox="1"/>
          <p:nvPr/>
        </p:nvSpPr>
        <p:spPr>
          <a:xfrm>
            <a:off x="355001" y="10908211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75" name="文本框 174"/>
          <p:cNvSpPr txBox="1"/>
          <p:nvPr/>
        </p:nvSpPr>
        <p:spPr>
          <a:xfrm>
            <a:off x="1905186" y="10908846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76" name="文本框 175"/>
          <p:cNvSpPr txBox="1"/>
          <p:nvPr/>
        </p:nvSpPr>
        <p:spPr>
          <a:xfrm>
            <a:off x="3596989" y="10908211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77" name="文本框 176"/>
          <p:cNvSpPr txBox="1"/>
          <p:nvPr/>
        </p:nvSpPr>
        <p:spPr>
          <a:xfrm>
            <a:off x="777240" y="12724130"/>
            <a:ext cx="3362325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circular metal wheel rim</a:t>
            </a:r>
            <a:endParaRPr lang="en-US" altLang="zh-CN" sz="1400"/>
          </a:p>
        </p:txBody>
      </p:sp>
      <p:sp>
        <p:nvSpPr>
          <p:cNvPr id="181" name="文本框 180"/>
          <p:cNvSpPr txBox="1"/>
          <p:nvPr/>
        </p:nvSpPr>
        <p:spPr>
          <a:xfrm>
            <a:off x="5625746" y="10908846"/>
            <a:ext cx="847803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Quary</a:t>
            </a:r>
            <a:endParaRPr lang="en-US" altLang="zh-CN" sz="1400"/>
          </a:p>
        </p:txBody>
      </p:sp>
      <p:sp>
        <p:nvSpPr>
          <p:cNvPr id="182" name="文本框 181"/>
          <p:cNvSpPr txBox="1"/>
          <p:nvPr/>
        </p:nvSpPr>
        <p:spPr>
          <a:xfrm>
            <a:off x="7175931" y="10909481"/>
            <a:ext cx="1106907" cy="29530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预测掩码</a:t>
            </a:r>
            <a:endParaRPr lang="zh-CN" altLang="en-US" sz="1400"/>
          </a:p>
        </p:txBody>
      </p:sp>
      <p:sp>
        <p:nvSpPr>
          <p:cNvPr id="183" name="文本框 182"/>
          <p:cNvSpPr txBox="1"/>
          <p:nvPr/>
        </p:nvSpPr>
        <p:spPr>
          <a:xfrm>
            <a:off x="8867733" y="10908846"/>
            <a:ext cx="1096747" cy="29593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/>
              <a:t>预测位姿</a:t>
            </a:r>
            <a:endParaRPr lang="zh-CN" altLang="en-US" sz="1400"/>
          </a:p>
        </p:txBody>
      </p:sp>
      <p:sp>
        <p:nvSpPr>
          <p:cNvPr id="184" name="文本框 183"/>
          <p:cNvSpPr txBox="1"/>
          <p:nvPr/>
        </p:nvSpPr>
        <p:spPr>
          <a:xfrm>
            <a:off x="5957570" y="12770485"/>
            <a:ext cx="3536950" cy="348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/>
              <a:t>Prompt</a:t>
            </a:r>
            <a:r>
              <a:rPr lang="zh-CN" altLang="en-US" sz="1400"/>
              <a:t>：</a:t>
            </a:r>
            <a:r>
              <a:rPr lang="en-US" altLang="zh-CN" sz="1400"/>
              <a:t>small dome-shaped metal cap</a:t>
            </a:r>
            <a:endParaRPr lang="en-US" altLang="zh-CN" sz="1400"/>
          </a:p>
        </p:txBody>
      </p:sp>
      <p:pic>
        <p:nvPicPr>
          <p:cNvPr id="216" name="图片 215" descr="itodd_cross_scene_test_epoch0_1_145_1_146_25_predonly_predicted_mask"/>
          <p:cNvPicPr>
            <a:picLocks noChangeAspect="1"/>
          </p:cNvPicPr>
          <p:nvPr/>
        </p:nvPicPr>
        <p:blipFill>
          <a:blip r:embed="rId3"/>
          <a:srcRect l="54835" t="39911" r="5641" b="34742"/>
          <a:stretch>
            <a:fillRect/>
          </a:stretch>
        </p:blipFill>
        <p:spPr>
          <a:xfrm>
            <a:off x="6958965" y="295910"/>
            <a:ext cx="1541145" cy="1517650"/>
          </a:xfrm>
          <a:prstGeom prst="rect">
            <a:avLst/>
          </a:prstGeom>
        </p:spPr>
      </p:pic>
      <p:pic>
        <p:nvPicPr>
          <p:cNvPr id="217" name="图片 216" descr="itodd_cross_scene_test_epoch0_1_145_1_146_25_predonly_predicted_pose"/>
          <p:cNvPicPr>
            <a:picLocks noChangeAspect="1"/>
          </p:cNvPicPr>
          <p:nvPr/>
        </p:nvPicPr>
        <p:blipFill>
          <a:blip r:embed="rId4"/>
          <a:srcRect l="2128" t="9062" r="54403" b="4102"/>
          <a:stretch>
            <a:fillRect/>
          </a:stretch>
        </p:blipFill>
        <p:spPr>
          <a:xfrm>
            <a:off x="5281930" y="290830"/>
            <a:ext cx="1519555" cy="1524635"/>
          </a:xfrm>
          <a:prstGeom prst="rect">
            <a:avLst/>
          </a:prstGeom>
        </p:spPr>
      </p:pic>
      <p:pic>
        <p:nvPicPr>
          <p:cNvPr id="218" name="图片 217" descr="itodd_cross_scene_test_epoch0_1_145_1_146_25_predonly_predicted_pose"/>
          <p:cNvPicPr>
            <a:picLocks noChangeAspect="1"/>
          </p:cNvPicPr>
          <p:nvPr/>
        </p:nvPicPr>
        <p:blipFill>
          <a:blip r:embed="rId4"/>
          <a:srcRect l="54592" t="9062" r="2047" b="4102"/>
          <a:stretch>
            <a:fillRect/>
          </a:stretch>
        </p:blipFill>
        <p:spPr>
          <a:xfrm>
            <a:off x="8656320" y="284480"/>
            <a:ext cx="1519555" cy="1529080"/>
          </a:xfrm>
          <a:prstGeom prst="rect">
            <a:avLst/>
          </a:prstGeom>
        </p:spPr>
      </p:pic>
      <p:pic>
        <p:nvPicPr>
          <p:cNvPr id="219" name="图片 218" descr="itodd_cross_scene_test_epoch0_1_174_1_175_19_predonly_predicted_mask"/>
          <p:cNvPicPr>
            <a:picLocks noChangeAspect="1"/>
          </p:cNvPicPr>
          <p:nvPr/>
        </p:nvPicPr>
        <p:blipFill>
          <a:blip r:embed="rId5"/>
          <a:srcRect l="55318" t="39806" r="5520" b="34689"/>
          <a:stretch>
            <a:fillRect/>
          </a:stretch>
        </p:blipFill>
        <p:spPr>
          <a:xfrm>
            <a:off x="1687830" y="2492375"/>
            <a:ext cx="1527175" cy="1527175"/>
          </a:xfrm>
          <a:prstGeom prst="rect">
            <a:avLst/>
          </a:prstGeom>
        </p:spPr>
      </p:pic>
      <p:pic>
        <p:nvPicPr>
          <p:cNvPr id="220" name="图片 219" descr="itodd_cross_scene_test_epoch0_1_174_1_175_19_predonly_predicted_pose"/>
          <p:cNvPicPr>
            <a:picLocks noChangeAspect="1"/>
          </p:cNvPicPr>
          <p:nvPr/>
        </p:nvPicPr>
        <p:blipFill>
          <a:blip r:embed="rId6"/>
          <a:srcRect l="2047" t="9330" r="54430" b="3807"/>
          <a:stretch>
            <a:fillRect/>
          </a:stretch>
        </p:blipFill>
        <p:spPr>
          <a:xfrm>
            <a:off x="0" y="2491740"/>
            <a:ext cx="1516380" cy="1520190"/>
          </a:xfrm>
          <a:prstGeom prst="rect">
            <a:avLst/>
          </a:prstGeom>
        </p:spPr>
      </p:pic>
      <p:pic>
        <p:nvPicPr>
          <p:cNvPr id="222" name="图片 221" descr="itodd_cross_scene_test_epoch0_1_174_1_175_19_predonly_predicted_pose"/>
          <p:cNvPicPr>
            <a:picLocks noChangeAspect="1"/>
          </p:cNvPicPr>
          <p:nvPr/>
        </p:nvPicPr>
        <p:blipFill>
          <a:blip r:embed="rId6"/>
          <a:srcRect l="54511" t="9330" r="1751" b="3807"/>
          <a:stretch>
            <a:fillRect/>
          </a:stretch>
        </p:blipFill>
        <p:spPr>
          <a:xfrm>
            <a:off x="3367405" y="2491740"/>
            <a:ext cx="1539240" cy="1535430"/>
          </a:xfrm>
          <a:prstGeom prst="rect">
            <a:avLst/>
          </a:prstGeom>
        </p:spPr>
      </p:pic>
      <p:pic>
        <p:nvPicPr>
          <p:cNvPr id="223" name="图片 222" descr="itodd_cross_scene_test_epoch0_1_201_1_202_15_predonly_predicted_pose"/>
          <p:cNvPicPr>
            <a:picLocks noChangeAspect="1"/>
          </p:cNvPicPr>
          <p:nvPr/>
        </p:nvPicPr>
        <p:blipFill>
          <a:blip r:embed="rId7"/>
          <a:srcRect l="2451" t="9410" r="54107" b="4370"/>
          <a:stretch>
            <a:fillRect/>
          </a:stretch>
        </p:blipFill>
        <p:spPr>
          <a:xfrm>
            <a:off x="5281930" y="2491740"/>
            <a:ext cx="1538605" cy="1534795"/>
          </a:xfrm>
          <a:prstGeom prst="rect">
            <a:avLst/>
          </a:prstGeom>
        </p:spPr>
      </p:pic>
      <p:pic>
        <p:nvPicPr>
          <p:cNvPr id="224" name="图片 223" descr="itodd_cross_scene_test_epoch0_1_201_1_202_15_predonly_predicted_mask"/>
          <p:cNvPicPr>
            <a:picLocks noChangeAspect="1"/>
          </p:cNvPicPr>
          <p:nvPr/>
        </p:nvPicPr>
        <p:blipFill>
          <a:blip r:embed="rId8"/>
          <a:srcRect l="55157" t="39753" r="6003" b="34768"/>
          <a:stretch>
            <a:fillRect/>
          </a:stretch>
        </p:blipFill>
        <p:spPr>
          <a:xfrm>
            <a:off x="6958965" y="2492375"/>
            <a:ext cx="1523365" cy="1534795"/>
          </a:xfrm>
          <a:prstGeom prst="rect">
            <a:avLst/>
          </a:prstGeom>
        </p:spPr>
      </p:pic>
      <p:pic>
        <p:nvPicPr>
          <p:cNvPr id="225" name="图片 224" descr="itodd_cross_scene_test_epoch0_1_201_1_202_15_predonly_predicted_pose"/>
          <p:cNvPicPr>
            <a:picLocks noChangeAspect="1"/>
          </p:cNvPicPr>
          <p:nvPr/>
        </p:nvPicPr>
        <p:blipFill>
          <a:blip r:embed="rId7"/>
          <a:srcRect l="54484" t="9410" r="1966" b="4370"/>
          <a:stretch>
            <a:fillRect/>
          </a:stretch>
        </p:blipFill>
        <p:spPr>
          <a:xfrm>
            <a:off x="8656320" y="2492375"/>
            <a:ext cx="1527810" cy="1519555"/>
          </a:xfrm>
          <a:prstGeom prst="rect">
            <a:avLst/>
          </a:prstGeom>
        </p:spPr>
      </p:pic>
      <p:pic>
        <p:nvPicPr>
          <p:cNvPr id="226" name="图片 225" descr="itodd_cross_scene_test_epoch0_1_280_1_281_16_predonly_predicted_pose"/>
          <p:cNvPicPr>
            <a:picLocks noChangeAspect="1"/>
          </p:cNvPicPr>
          <p:nvPr/>
        </p:nvPicPr>
        <p:blipFill>
          <a:blip r:embed="rId9"/>
          <a:srcRect l="1959" t="9249" r="54273" b="4504"/>
          <a:stretch>
            <a:fillRect/>
          </a:stretch>
        </p:blipFill>
        <p:spPr>
          <a:xfrm>
            <a:off x="0" y="4665980"/>
            <a:ext cx="1504950" cy="1484630"/>
          </a:xfrm>
          <a:prstGeom prst="rect">
            <a:avLst/>
          </a:prstGeom>
        </p:spPr>
      </p:pic>
      <p:pic>
        <p:nvPicPr>
          <p:cNvPr id="227" name="图片 226" descr="itodd_cross_scene_test_epoch0_1_280_1_281_16_predonly_predicted_mask"/>
          <p:cNvPicPr>
            <a:picLocks noChangeAspect="1"/>
          </p:cNvPicPr>
          <p:nvPr/>
        </p:nvPicPr>
        <p:blipFill>
          <a:blip r:embed="rId10"/>
          <a:srcRect l="55479" t="39990" r="5681" b="34715"/>
          <a:stretch>
            <a:fillRect/>
          </a:stretch>
        </p:blipFill>
        <p:spPr>
          <a:xfrm>
            <a:off x="1687830" y="4666615"/>
            <a:ext cx="1521460" cy="1521460"/>
          </a:xfrm>
          <a:prstGeom prst="rect">
            <a:avLst/>
          </a:prstGeom>
        </p:spPr>
      </p:pic>
      <p:pic>
        <p:nvPicPr>
          <p:cNvPr id="228" name="图片 227" descr="itodd_cross_scene_test_epoch0_1_280_1_281_16_predonly_predicted_pose"/>
          <p:cNvPicPr>
            <a:picLocks noChangeAspect="1"/>
          </p:cNvPicPr>
          <p:nvPr/>
        </p:nvPicPr>
        <p:blipFill>
          <a:blip r:embed="rId9"/>
          <a:srcRect l="54528" t="9249" r="1892" b="4504"/>
          <a:stretch>
            <a:fillRect/>
          </a:stretch>
        </p:blipFill>
        <p:spPr>
          <a:xfrm>
            <a:off x="3367405" y="4665980"/>
            <a:ext cx="1538605" cy="1524000"/>
          </a:xfrm>
          <a:prstGeom prst="rect">
            <a:avLst/>
          </a:prstGeom>
        </p:spPr>
      </p:pic>
      <p:pic>
        <p:nvPicPr>
          <p:cNvPr id="229" name="图片 228" descr="itodd_cross_scene_test_epoch0_1_294_1_295_24_predonly_predicted_pose"/>
          <p:cNvPicPr>
            <a:picLocks noChangeAspect="1"/>
          </p:cNvPicPr>
          <p:nvPr/>
        </p:nvPicPr>
        <p:blipFill>
          <a:blip r:embed="rId11"/>
          <a:srcRect l="1990" t="9265" r="54416" b="4176"/>
          <a:stretch>
            <a:fillRect/>
          </a:stretch>
        </p:blipFill>
        <p:spPr>
          <a:xfrm>
            <a:off x="5281930" y="4665980"/>
            <a:ext cx="1538605" cy="1534160"/>
          </a:xfrm>
          <a:prstGeom prst="rect">
            <a:avLst/>
          </a:prstGeom>
        </p:spPr>
      </p:pic>
      <p:pic>
        <p:nvPicPr>
          <p:cNvPr id="230" name="图片 229" descr="itodd_cross_scene_test_epoch0_1_294_1_295_24_predonly_predicted_mask"/>
          <p:cNvPicPr>
            <a:picLocks noChangeAspect="1"/>
          </p:cNvPicPr>
          <p:nvPr/>
        </p:nvPicPr>
        <p:blipFill>
          <a:blip r:embed="rId12"/>
          <a:srcRect l="54956" t="39753" r="5761" b="34820"/>
          <a:stretch>
            <a:fillRect/>
          </a:stretch>
        </p:blipFill>
        <p:spPr>
          <a:xfrm>
            <a:off x="6958965" y="4665980"/>
            <a:ext cx="1543685" cy="1534795"/>
          </a:xfrm>
          <a:prstGeom prst="rect">
            <a:avLst/>
          </a:prstGeom>
        </p:spPr>
      </p:pic>
      <p:pic>
        <p:nvPicPr>
          <p:cNvPr id="231" name="图片 230" descr="itodd_cross_scene_test_epoch0_1_294_1_295_24_predonly_predicted_pose"/>
          <p:cNvPicPr>
            <a:picLocks noChangeAspect="1"/>
          </p:cNvPicPr>
          <p:nvPr/>
        </p:nvPicPr>
        <p:blipFill>
          <a:blip r:embed="rId11"/>
          <a:srcRect l="54523" t="9265" r="1883" b="4176"/>
          <a:stretch>
            <a:fillRect/>
          </a:stretch>
        </p:blipFill>
        <p:spPr>
          <a:xfrm>
            <a:off x="8656320" y="4665980"/>
            <a:ext cx="1539240" cy="1534795"/>
          </a:xfrm>
          <a:prstGeom prst="rect">
            <a:avLst/>
          </a:prstGeom>
        </p:spPr>
      </p:pic>
      <p:pic>
        <p:nvPicPr>
          <p:cNvPr id="232" name="图片 231" descr="itodd_cross_scene_test_epoch0_1_299_1_300_24_predonly_predicted_pose"/>
          <p:cNvPicPr>
            <a:picLocks noChangeAspect="1"/>
          </p:cNvPicPr>
          <p:nvPr/>
        </p:nvPicPr>
        <p:blipFill>
          <a:blip r:embed="rId13"/>
          <a:srcRect l="2110" t="9305" r="54418" b="3848"/>
          <a:stretch>
            <a:fillRect/>
          </a:stretch>
        </p:blipFill>
        <p:spPr>
          <a:xfrm>
            <a:off x="0" y="6861175"/>
            <a:ext cx="1504950" cy="1510665"/>
          </a:xfrm>
          <a:prstGeom prst="rect">
            <a:avLst/>
          </a:prstGeom>
        </p:spPr>
      </p:pic>
      <p:pic>
        <p:nvPicPr>
          <p:cNvPr id="233" name="图片 232" descr="itodd_cross_scene_test_epoch0_1_299_1_300_24_predonly_predicted_mask"/>
          <p:cNvPicPr>
            <a:picLocks noChangeAspect="1"/>
          </p:cNvPicPr>
          <p:nvPr/>
        </p:nvPicPr>
        <p:blipFill>
          <a:blip r:embed="rId14"/>
          <a:srcRect l="55077" t="39806" r="5681" b="34637"/>
          <a:stretch>
            <a:fillRect/>
          </a:stretch>
        </p:blipFill>
        <p:spPr>
          <a:xfrm>
            <a:off x="1687830" y="6861175"/>
            <a:ext cx="1519555" cy="1519555"/>
          </a:xfrm>
          <a:prstGeom prst="rect">
            <a:avLst/>
          </a:prstGeom>
        </p:spPr>
      </p:pic>
      <p:pic>
        <p:nvPicPr>
          <p:cNvPr id="235" name="图片 234" descr="itodd_cross_scene_test_epoch0_1_299_1_300_24_predonly_predicted_pose"/>
          <p:cNvPicPr>
            <a:picLocks noChangeAspect="1"/>
          </p:cNvPicPr>
          <p:nvPr/>
        </p:nvPicPr>
        <p:blipFill>
          <a:blip r:embed="rId13"/>
          <a:srcRect l="54418" t="9305" r="1874" b="3848"/>
          <a:stretch>
            <a:fillRect/>
          </a:stretch>
        </p:blipFill>
        <p:spPr>
          <a:xfrm>
            <a:off x="3367405" y="6861810"/>
            <a:ext cx="1512570" cy="1510030"/>
          </a:xfrm>
          <a:prstGeom prst="rect">
            <a:avLst/>
          </a:prstGeom>
        </p:spPr>
      </p:pic>
      <p:pic>
        <p:nvPicPr>
          <p:cNvPr id="236" name="图片 235" descr="itodd_cross_scene_test_epoch0_1_384_1_385_2_predonly_predicted_pose"/>
          <p:cNvPicPr>
            <a:picLocks noChangeAspect="1"/>
          </p:cNvPicPr>
          <p:nvPr/>
        </p:nvPicPr>
        <p:blipFill>
          <a:blip r:embed="rId15"/>
          <a:srcRect l="2108" t="9479" r="54836" b="3897"/>
          <a:stretch>
            <a:fillRect/>
          </a:stretch>
        </p:blipFill>
        <p:spPr>
          <a:xfrm>
            <a:off x="5281930" y="6861175"/>
            <a:ext cx="1519555" cy="1535430"/>
          </a:xfrm>
          <a:prstGeom prst="rect">
            <a:avLst/>
          </a:prstGeom>
        </p:spPr>
      </p:pic>
      <p:pic>
        <p:nvPicPr>
          <p:cNvPr id="237" name="图片 236" descr="itodd_cross_scene_test_epoch0_1_384_1_385_2_predonly_predicted_mask"/>
          <p:cNvPicPr>
            <a:picLocks noChangeAspect="1"/>
          </p:cNvPicPr>
          <p:nvPr/>
        </p:nvPicPr>
        <p:blipFill>
          <a:blip r:embed="rId16"/>
          <a:srcRect l="54996" t="39753" r="6003" b="34610"/>
          <a:stretch>
            <a:fillRect/>
          </a:stretch>
        </p:blipFill>
        <p:spPr>
          <a:xfrm>
            <a:off x="6958965" y="6861810"/>
            <a:ext cx="1520825" cy="1535430"/>
          </a:xfrm>
          <a:prstGeom prst="rect">
            <a:avLst/>
          </a:prstGeom>
        </p:spPr>
      </p:pic>
      <p:pic>
        <p:nvPicPr>
          <p:cNvPr id="238" name="图片 237" descr="itodd_cross_scene_test_epoch0_1_384_1_385_2_predonly_predicted_pose"/>
          <p:cNvPicPr>
            <a:picLocks noChangeAspect="1"/>
          </p:cNvPicPr>
          <p:nvPr/>
        </p:nvPicPr>
        <p:blipFill>
          <a:blip r:embed="rId15"/>
          <a:srcRect l="54422" t="9479" r="1807" b="3897"/>
          <a:stretch>
            <a:fillRect/>
          </a:stretch>
        </p:blipFill>
        <p:spPr>
          <a:xfrm>
            <a:off x="8656320" y="6861810"/>
            <a:ext cx="1543685" cy="1534795"/>
          </a:xfrm>
          <a:prstGeom prst="rect">
            <a:avLst/>
          </a:prstGeom>
        </p:spPr>
      </p:pic>
      <p:pic>
        <p:nvPicPr>
          <p:cNvPr id="239" name="图片 238" descr="itodd_cross_scene_test_epoch0_1_508_1_509_27_predonly_predicted_pose"/>
          <p:cNvPicPr>
            <a:picLocks noChangeAspect="1"/>
          </p:cNvPicPr>
          <p:nvPr/>
        </p:nvPicPr>
        <p:blipFill>
          <a:blip r:embed="rId17"/>
          <a:srcRect l="2016" t="9087" r="54348" b="3895"/>
          <a:stretch>
            <a:fillRect/>
          </a:stretch>
        </p:blipFill>
        <p:spPr>
          <a:xfrm>
            <a:off x="0" y="9008745"/>
            <a:ext cx="1517015" cy="1520190"/>
          </a:xfrm>
          <a:prstGeom prst="rect">
            <a:avLst/>
          </a:prstGeom>
        </p:spPr>
      </p:pic>
      <p:pic>
        <p:nvPicPr>
          <p:cNvPr id="240" name="图片 239" descr="itodd_cross_scene_test_epoch0_1_508_1_509_27_predonly_predicted_mask"/>
          <p:cNvPicPr>
            <a:picLocks noChangeAspect="1"/>
          </p:cNvPicPr>
          <p:nvPr/>
        </p:nvPicPr>
        <p:blipFill>
          <a:blip r:embed="rId18"/>
          <a:srcRect l="55318" t="39832" r="6003" b="34584"/>
          <a:stretch>
            <a:fillRect/>
          </a:stretch>
        </p:blipFill>
        <p:spPr>
          <a:xfrm>
            <a:off x="1687830" y="9009380"/>
            <a:ext cx="1495425" cy="1518920"/>
          </a:xfrm>
          <a:prstGeom prst="rect">
            <a:avLst/>
          </a:prstGeom>
        </p:spPr>
      </p:pic>
      <p:pic>
        <p:nvPicPr>
          <p:cNvPr id="241" name="图片 240" descr="itodd_cross_scene_test_epoch0_1_508_1_509_27_predonly_predicted_pose"/>
          <p:cNvPicPr>
            <a:picLocks noChangeAspect="1"/>
          </p:cNvPicPr>
          <p:nvPr/>
        </p:nvPicPr>
        <p:blipFill>
          <a:blip r:embed="rId17"/>
          <a:srcRect l="54506" t="9087" r="1858" b="3895"/>
          <a:stretch>
            <a:fillRect/>
          </a:stretch>
        </p:blipFill>
        <p:spPr>
          <a:xfrm>
            <a:off x="3367405" y="9008745"/>
            <a:ext cx="1512570" cy="1515110"/>
          </a:xfrm>
          <a:prstGeom prst="rect">
            <a:avLst/>
          </a:prstGeom>
        </p:spPr>
      </p:pic>
      <p:pic>
        <p:nvPicPr>
          <p:cNvPr id="242" name="图片 241" descr="itodd_cross_scene_test_epoch0_1_581_1_582_11_predonly_predicted_pose"/>
          <p:cNvPicPr>
            <a:picLocks noChangeAspect="1"/>
          </p:cNvPicPr>
          <p:nvPr/>
        </p:nvPicPr>
        <p:blipFill>
          <a:blip r:embed="rId19"/>
          <a:srcRect l="54766" t="9234" r="1859" b="4287"/>
          <a:stretch>
            <a:fillRect/>
          </a:stretch>
        </p:blipFill>
        <p:spPr>
          <a:xfrm>
            <a:off x="8656320" y="9009380"/>
            <a:ext cx="1519555" cy="1521460"/>
          </a:xfrm>
          <a:prstGeom prst="rect">
            <a:avLst/>
          </a:prstGeom>
        </p:spPr>
      </p:pic>
      <p:pic>
        <p:nvPicPr>
          <p:cNvPr id="243" name="图片 242" descr="itodd_cross_scene_test_epoch0_1_581_1_582_11_predonly_predicted_mask"/>
          <p:cNvPicPr>
            <a:picLocks noChangeAspect="1"/>
          </p:cNvPicPr>
          <p:nvPr/>
        </p:nvPicPr>
        <p:blipFill>
          <a:blip r:embed="rId20"/>
          <a:srcRect l="54996" t="39753" r="5842" b="34742"/>
          <a:stretch>
            <a:fillRect/>
          </a:stretch>
        </p:blipFill>
        <p:spPr>
          <a:xfrm>
            <a:off x="6958965" y="9009380"/>
            <a:ext cx="1515110" cy="1515110"/>
          </a:xfrm>
          <a:prstGeom prst="rect">
            <a:avLst/>
          </a:prstGeom>
        </p:spPr>
      </p:pic>
      <p:pic>
        <p:nvPicPr>
          <p:cNvPr id="244" name="图片 243" descr="itodd_cross_scene_test_epoch0_1_581_1_582_11_predonly_predicted_pose"/>
          <p:cNvPicPr>
            <a:picLocks noChangeAspect="1"/>
          </p:cNvPicPr>
          <p:nvPr/>
        </p:nvPicPr>
        <p:blipFill>
          <a:blip r:embed="rId19"/>
          <a:srcRect l="2079" t="9234" r="54527" b="4287"/>
          <a:stretch>
            <a:fillRect/>
          </a:stretch>
        </p:blipFill>
        <p:spPr>
          <a:xfrm>
            <a:off x="5281930" y="9009380"/>
            <a:ext cx="1519555" cy="1520825"/>
          </a:xfrm>
          <a:prstGeom prst="rect">
            <a:avLst/>
          </a:prstGeom>
        </p:spPr>
      </p:pic>
      <p:pic>
        <p:nvPicPr>
          <p:cNvPr id="245" name="图片 244" descr="itodd_cross_scene_test_epoch0_1_726_1_727_8_predonly_predicted_pose"/>
          <p:cNvPicPr>
            <a:picLocks noChangeAspect="1"/>
          </p:cNvPicPr>
          <p:nvPr/>
        </p:nvPicPr>
        <p:blipFill>
          <a:blip r:embed="rId21"/>
          <a:srcRect l="2457" t="9394" r="54259" b="4336"/>
          <a:stretch>
            <a:fillRect/>
          </a:stretch>
        </p:blipFill>
        <p:spPr>
          <a:xfrm>
            <a:off x="0" y="11204575"/>
            <a:ext cx="1516380" cy="1518285"/>
          </a:xfrm>
          <a:prstGeom prst="rect">
            <a:avLst/>
          </a:prstGeom>
        </p:spPr>
      </p:pic>
      <p:pic>
        <p:nvPicPr>
          <p:cNvPr id="246" name="图片 245" descr="itodd_cross_scene_test_epoch0_1_726_1_727_8_predonly_predicted_mask"/>
          <p:cNvPicPr>
            <a:picLocks noChangeAspect="1"/>
          </p:cNvPicPr>
          <p:nvPr/>
        </p:nvPicPr>
        <p:blipFill>
          <a:blip r:embed="rId22"/>
          <a:srcRect l="54835" t="39911" r="5681" b="34558"/>
          <a:stretch>
            <a:fillRect/>
          </a:stretch>
        </p:blipFill>
        <p:spPr>
          <a:xfrm>
            <a:off x="1687830" y="11224895"/>
            <a:ext cx="1518920" cy="1508125"/>
          </a:xfrm>
          <a:prstGeom prst="rect">
            <a:avLst/>
          </a:prstGeom>
        </p:spPr>
      </p:pic>
      <p:pic>
        <p:nvPicPr>
          <p:cNvPr id="247" name="图片 246" descr="itodd_cross_scene_test_epoch0_1_726_1_727_8_predonly_predicted_pose"/>
          <p:cNvPicPr>
            <a:picLocks noChangeAspect="1"/>
          </p:cNvPicPr>
          <p:nvPr/>
        </p:nvPicPr>
        <p:blipFill>
          <a:blip r:embed="rId21"/>
          <a:srcRect l="54929" t="9394" r="1759" b="4336"/>
          <a:stretch>
            <a:fillRect/>
          </a:stretch>
        </p:blipFill>
        <p:spPr>
          <a:xfrm>
            <a:off x="3367405" y="11224895"/>
            <a:ext cx="1511935" cy="1513205"/>
          </a:xfrm>
          <a:prstGeom prst="rect">
            <a:avLst/>
          </a:prstGeom>
        </p:spPr>
      </p:pic>
      <p:pic>
        <p:nvPicPr>
          <p:cNvPr id="248" name="图片 247" descr="itodd_cross_scene_test_epoch0_1_747_1_748_7_predonly_predicted_pose"/>
          <p:cNvPicPr>
            <a:picLocks noChangeAspect="1"/>
          </p:cNvPicPr>
          <p:nvPr/>
        </p:nvPicPr>
        <p:blipFill>
          <a:blip r:embed="rId23"/>
          <a:srcRect l="2159" t="9130" r="54364" b="4348"/>
          <a:stretch>
            <a:fillRect/>
          </a:stretch>
        </p:blipFill>
        <p:spPr>
          <a:xfrm>
            <a:off x="5245100" y="11212195"/>
            <a:ext cx="1556385" cy="1564005"/>
          </a:xfrm>
          <a:prstGeom prst="rect">
            <a:avLst/>
          </a:prstGeom>
        </p:spPr>
      </p:pic>
      <p:pic>
        <p:nvPicPr>
          <p:cNvPr id="249" name="图片 248" descr="itodd_cross_scene_test_epoch0_1_747_1_748_7_predonly_predicted_mask"/>
          <p:cNvPicPr>
            <a:picLocks noChangeAspect="1"/>
          </p:cNvPicPr>
          <p:nvPr/>
        </p:nvPicPr>
        <p:blipFill>
          <a:blip r:embed="rId24"/>
          <a:srcRect l="54956" t="39911" r="5761" b="34663"/>
          <a:stretch>
            <a:fillRect/>
          </a:stretch>
        </p:blipFill>
        <p:spPr>
          <a:xfrm>
            <a:off x="6958965" y="11224895"/>
            <a:ext cx="1560830" cy="1551940"/>
          </a:xfrm>
          <a:prstGeom prst="rect">
            <a:avLst/>
          </a:prstGeom>
        </p:spPr>
      </p:pic>
      <p:pic>
        <p:nvPicPr>
          <p:cNvPr id="250" name="图片 249" descr="itodd_cross_scene_test_epoch0_1_747_1_748_7_predonly_predicted_pose"/>
          <p:cNvPicPr>
            <a:picLocks noChangeAspect="1"/>
          </p:cNvPicPr>
          <p:nvPr/>
        </p:nvPicPr>
        <p:blipFill>
          <a:blip r:embed="rId23"/>
          <a:srcRect l="54748" t="9130" r="1775" b="4348"/>
          <a:stretch>
            <a:fillRect/>
          </a:stretch>
        </p:blipFill>
        <p:spPr>
          <a:xfrm>
            <a:off x="8656320" y="11212195"/>
            <a:ext cx="1550035" cy="1558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WPS 演示</Application>
  <PresentationFormat>宽屏</PresentationFormat>
  <Paragraphs>96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18</cp:revision>
  <dcterms:created xsi:type="dcterms:W3CDTF">2023-08-09T12:44:00Z</dcterms:created>
  <dcterms:modified xsi:type="dcterms:W3CDTF">2026-04-12T14:29:38Z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1B43B6E1F9454D849AB3902A99C5794D_12</vt:lpwstr>
  </property>
</Properties>
</file>