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899985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4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834"/>
        <p:guide pos="38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472917"/>
            <a:ext cx="9144900" cy="3133333"/>
          </a:xfrm>
        </p:spPr>
        <p:txBody>
          <a:bodyPr anchor="b"/>
          <a:lstStyle>
            <a:lvl1pPr algn="ctr">
              <a:defRPr sz="78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4727084"/>
            <a:ext cx="9144900" cy="2172916"/>
          </a:xfrm>
        </p:spPr>
        <p:txBody>
          <a:bodyPr/>
          <a:lstStyle>
            <a:lvl1pPr marL="0" indent="0" algn="ctr">
              <a:buNone/>
              <a:defRPr sz="3150"/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0"/>
            </a:lvl3pPr>
            <a:lvl4pPr marL="1800225" indent="0" algn="ctr">
              <a:buNone/>
              <a:defRPr sz="2100"/>
            </a:lvl4pPr>
            <a:lvl5pPr marL="2400300" indent="0" algn="ctr">
              <a:buNone/>
              <a:defRPr sz="2100"/>
            </a:lvl5pPr>
            <a:lvl6pPr marL="2999740" indent="0" algn="ctr">
              <a:buNone/>
              <a:defRPr sz="2100"/>
            </a:lvl6pPr>
            <a:lvl7pPr marL="3599815" indent="0" algn="ctr">
              <a:buNone/>
              <a:defRPr sz="2100"/>
            </a:lvl7pPr>
            <a:lvl8pPr marL="4199890" indent="0" algn="ctr">
              <a:buNone/>
              <a:defRPr sz="2100"/>
            </a:lvl8pPr>
            <a:lvl9pPr marL="4799965" indent="0" algn="ctr">
              <a:buNone/>
              <a:defRPr sz="21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2243751"/>
            <a:ext cx="10516635" cy="3743749"/>
          </a:xfrm>
        </p:spPr>
        <p:txBody>
          <a:bodyPr anchor="b"/>
          <a:lstStyle>
            <a:lvl1pPr>
              <a:defRPr sz="78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6022917"/>
            <a:ext cx="10516635" cy="1968749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600075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2001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4003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74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8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9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2395833"/>
            <a:ext cx="5182110" cy="5710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2395833"/>
            <a:ext cx="5182110" cy="5710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79167"/>
            <a:ext cx="10516635" cy="173958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2206251"/>
            <a:ext cx="5158295" cy="10812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3287500"/>
            <a:ext cx="5158295" cy="4835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2206251"/>
            <a:ext cx="5183698" cy="10812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3287500"/>
            <a:ext cx="5183698" cy="4835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00000"/>
            <a:ext cx="3932624" cy="21000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1295833"/>
            <a:ext cx="6172808" cy="6395833"/>
          </a:xfrm>
        </p:spPr>
        <p:txBody>
          <a:bodyPr/>
          <a:lstStyle>
            <a:lvl1pPr>
              <a:defRPr sz="4200"/>
            </a:lvl1pPr>
            <a:lvl2pPr>
              <a:defRPr sz="3675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700000"/>
            <a:ext cx="3932624" cy="5002084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00000"/>
            <a:ext cx="3932624" cy="21000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1295833"/>
            <a:ext cx="6172808" cy="6395833"/>
          </a:xfrm>
        </p:spPr>
        <p:txBody>
          <a:bodyPr/>
          <a:lstStyle>
            <a:lvl1pPr marL="0" indent="0">
              <a:buNone/>
              <a:defRPr sz="4200"/>
            </a:lvl1pPr>
            <a:lvl2pPr marL="600075" indent="0">
              <a:buNone/>
              <a:defRPr sz="3675"/>
            </a:lvl2pPr>
            <a:lvl3pPr marL="1200150" indent="0">
              <a:buNone/>
              <a:defRPr sz="3150"/>
            </a:lvl3pPr>
            <a:lvl4pPr marL="1800225" indent="0">
              <a:buNone/>
              <a:defRPr sz="2625"/>
            </a:lvl4pPr>
            <a:lvl5pPr marL="2400300" indent="0">
              <a:buNone/>
              <a:defRPr sz="2625"/>
            </a:lvl5pPr>
            <a:lvl6pPr marL="2999740" indent="0">
              <a:buNone/>
              <a:defRPr sz="2625"/>
            </a:lvl6pPr>
            <a:lvl7pPr marL="3599815" indent="0">
              <a:buNone/>
              <a:defRPr sz="2625"/>
            </a:lvl7pPr>
            <a:lvl8pPr marL="4199890" indent="0">
              <a:buNone/>
              <a:defRPr sz="2625"/>
            </a:lvl8pPr>
            <a:lvl9pPr marL="4799965" indent="0">
              <a:buNone/>
              <a:defRPr sz="26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700000"/>
            <a:ext cx="3932624" cy="5002084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479167"/>
            <a:ext cx="2629159" cy="762708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479167"/>
            <a:ext cx="7735062" cy="762708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479167"/>
            <a:ext cx="10516635" cy="173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2395833"/>
            <a:ext cx="10516635" cy="5710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8341667"/>
            <a:ext cx="2743470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8341667"/>
            <a:ext cx="4115205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8341667"/>
            <a:ext cx="2743470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00150" rtl="0" eaLnBrk="1" latinLnBrk="0" hangingPunct="1">
        <a:lnSpc>
          <a:spcPct val="90000"/>
        </a:lnSpc>
        <a:spcBef>
          <a:spcPct val="0"/>
        </a:spcBef>
        <a:buNone/>
        <a:defRPr sz="5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720" indent="-299720" algn="l" defTabSz="1200150" rtl="0" eaLnBrk="1" latinLnBrk="0" hangingPunct="1">
        <a:lnSpc>
          <a:spcPct val="90000"/>
        </a:lnSpc>
        <a:spcBef>
          <a:spcPct val="263000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8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2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33000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1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5002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509968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40030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299974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59981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19989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479996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894820" cy="1706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050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白蓝色遥控器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186690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绿色数独</a:t>
            </a:r>
            <a:r>
              <a:rPr lang="zh-CN" altLang="en-US" sz="1400"/>
              <a:t>杂志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359664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红白色</a:t>
            </a:r>
            <a:r>
              <a:rPr lang="zh-CN" altLang="en-US" sz="1400"/>
              <a:t>马克杯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41655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彩色</a:t>
            </a:r>
            <a:r>
              <a:rPr lang="zh-CN" altLang="en-US" sz="1400"/>
              <a:t>马克杯</a:t>
            </a:r>
            <a:endParaRPr lang="zh-CN" altLang="en-US" sz="1400"/>
          </a:p>
        </p:txBody>
      </p:sp>
      <p:sp>
        <p:nvSpPr>
          <p:cNvPr id="12" name="文本框 11"/>
          <p:cNvSpPr txBox="1"/>
          <p:nvPr/>
        </p:nvSpPr>
        <p:spPr>
          <a:xfrm>
            <a:off x="707136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绿色</a:t>
            </a:r>
            <a:r>
              <a:rPr lang="zh-CN" altLang="en-US" sz="1400"/>
              <a:t>马克杯</a:t>
            </a:r>
            <a:endParaRPr lang="zh-CN" altLang="en-US" sz="1400"/>
          </a:p>
        </p:txBody>
      </p:sp>
      <p:sp>
        <p:nvSpPr>
          <p:cNvPr id="13" name="文本框 12"/>
          <p:cNvSpPr txBox="1"/>
          <p:nvPr/>
        </p:nvSpPr>
        <p:spPr>
          <a:xfrm>
            <a:off x="872617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黄色</a:t>
            </a:r>
            <a:r>
              <a:rPr lang="zh-CN" altLang="en-US" sz="1400"/>
              <a:t>马克杯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10448290" y="1638300"/>
            <a:ext cx="13589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黑白色</a:t>
            </a:r>
            <a:r>
              <a:rPr lang="zh-CN" altLang="en-US" sz="1400"/>
              <a:t>马克杯</a:t>
            </a:r>
            <a:endParaRPr lang="zh-CN" altLang="en-US" sz="14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005"/>
            <a:ext cx="11894820" cy="170688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6670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绿色</a:t>
            </a:r>
            <a:r>
              <a:rPr lang="zh-CN" altLang="en-US" sz="1400">
                <a:sym typeface="+mn-ea"/>
              </a:rPr>
              <a:t>塑料瓶</a:t>
            </a:r>
            <a:endParaRPr lang="zh-CN" altLang="en-US" sz="14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94310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浅绿色</a:t>
            </a:r>
            <a:r>
              <a:rPr lang="zh-CN" altLang="en-US" sz="1400">
                <a:sym typeface="+mn-ea"/>
              </a:rPr>
              <a:t>洞洞鞋</a:t>
            </a:r>
            <a:endParaRPr lang="zh-CN" altLang="en-US" sz="1400"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6428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蓝白色</a:t>
            </a:r>
            <a:r>
              <a:rPr lang="zh-CN" altLang="en-US" sz="1400">
                <a:sym typeface="+mn-ea"/>
              </a:rPr>
              <a:t>碗</a:t>
            </a:r>
            <a:endParaRPr lang="zh-CN" altLang="en-US" sz="1400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1655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棕红色</a:t>
            </a:r>
            <a:r>
              <a:rPr lang="zh-CN" altLang="en-US" sz="1400">
                <a:sym typeface="+mn-ea"/>
              </a:rPr>
              <a:t>碗</a:t>
            </a:r>
            <a:endParaRPr lang="zh-CN" altLang="en-US" sz="1400"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6280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红白色</a:t>
            </a:r>
            <a:r>
              <a:rPr lang="zh-CN" altLang="en-US" sz="1400">
                <a:sym typeface="+mn-ea"/>
              </a:rPr>
              <a:t>盘子</a:t>
            </a:r>
            <a:endParaRPr lang="zh-CN" altLang="en-US" sz="1400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78586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白色条纹</a:t>
            </a:r>
            <a:r>
              <a:rPr lang="zh-CN" altLang="en-US" sz="1400">
                <a:sym typeface="+mn-ea"/>
              </a:rPr>
              <a:t>胖子</a:t>
            </a:r>
            <a:endParaRPr lang="zh-CN" altLang="en-US" sz="1400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448290" y="3590925"/>
            <a:ext cx="13944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蓝黄饼干盒</a:t>
            </a:r>
            <a:endParaRPr lang="zh-CN" altLang="en-US" sz="1400"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0010"/>
            <a:ext cx="11887200" cy="169926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90500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白蓝色牛奶</a:t>
            </a:r>
            <a:r>
              <a:rPr lang="zh-CN" altLang="en-US" sz="1400">
                <a:sym typeface="+mn-ea"/>
              </a:rPr>
              <a:t>盒</a:t>
            </a:r>
            <a:endParaRPr lang="zh-CN" altLang="en-US" sz="1400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866900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白色塑料</a:t>
            </a:r>
            <a:r>
              <a:rPr lang="zh-CN" altLang="en-US" sz="1400">
                <a:sym typeface="+mn-ea"/>
              </a:rPr>
              <a:t>容器</a:t>
            </a:r>
            <a:endParaRPr lang="zh-CN" altLang="en-US" sz="1400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636645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白绿色</a:t>
            </a:r>
            <a:r>
              <a:rPr lang="zh-CN" altLang="en-US" sz="1400">
                <a:sym typeface="+mn-ea"/>
              </a:rPr>
              <a:t>易拉罐</a:t>
            </a:r>
            <a:endParaRPr lang="zh-CN" altLang="en-US" sz="1400"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352415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橘色</a:t>
            </a:r>
            <a:r>
              <a:rPr lang="zh-CN" altLang="en-US" sz="1400">
                <a:sym typeface="+mn-ea"/>
              </a:rPr>
              <a:t>易拉罐</a:t>
            </a:r>
            <a:endParaRPr lang="zh-CN" altLang="en-US" sz="1400"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162800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黄色</a:t>
            </a:r>
            <a:r>
              <a:rPr lang="zh-CN" altLang="en-US" sz="1400">
                <a:sym typeface="+mn-ea"/>
              </a:rPr>
              <a:t>篮子</a:t>
            </a:r>
            <a:endParaRPr lang="zh-CN" altLang="en-US" sz="1400"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26170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黑白色</a:t>
            </a:r>
            <a:r>
              <a:rPr lang="zh-CN" altLang="en-US" sz="1400">
                <a:sym typeface="+mn-ea"/>
              </a:rPr>
              <a:t>马克杯</a:t>
            </a:r>
            <a:endParaRPr lang="zh-CN" altLang="en-US" sz="1400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448290" y="5543550"/>
            <a:ext cx="131889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黑白色</a:t>
            </a:r>
            <a:r>
              <a:rPr lang="zh-CN" altLang="en-US" sz="1400">
                <a:sym typeface="+mn-ea"/>
              </a:rPr>
              <a:t>马克杯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宽屏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5</cp:revision>
  <dcterms:created xsi:type="dcterms:W3CDTF">2023-08-09T12:44:00Z</dcterms:created>
  <dcterms:modified xsi:type="dcterms:W3CDTF">2026-04-11T07:05:57Z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4A73308E57304EEC8FA55B90DA63B50F_12</vt:lpwstr>
  </property>
</Properties>
</file>